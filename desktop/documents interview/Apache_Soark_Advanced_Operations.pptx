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76" r:id="rId3"/>
    <p:sldId id="257" r:id="rId4"/>
    <p:sldId id="277" r:id="rId5"/>
    <p:sldId id="214747982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9519ED-E46F-4C81-A738-DB50BD00E515}" v="60" dt="2026-01-12T11:41:05.1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6" autoAdjust="0"/>
    <p:restoredTop sz="94660"/>
  </p:normalViewPr>
  <p:slideViewPr>
    <p:cSldViewPr snapToGrid="0">
      <p:cViewPr varScale="1">
        <p:scale>
          <a:sx n="62" d="100"/>
          <a:sy n="62" d="100"/>
        </p:scale>
        <p:origin x="828" y="2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ljot bakshi" userId="e18f591f5991c12c" providerId="LiveId" clId="{848BE52E-FEF7-44CF-B8AB-7264220E5FAA}"/>
    <pc:docChg chg="undo custSel addSld modSld">
      <pc:chgData name="kuljot bakshi" userId="e18f591f5991c12c" providerId="LiveId" clId="{848BE52E-FEF7-44CF-B8AB-7264220E5FAA}" dt="2026-01-12T11:41:26.661" v="885" actId="1076"/>
      <pc:docMkLst>
        <pc:docMk/>
      </pc:docMkLst>
      <pc:sldChg chg="modSp mod">
        <pc:chgData name="kuljot bakshi" userId="e18f591f5991c12c" providerId="LiveId" clId="{848BE52E-FEF7-44CF-B8AB-7264220E5FAA}" dt="2026-01-12T08:55:19.450" v="10" actId="20577"/>
        <pc:sldMkLst>
          <pc:docMk/>
          <pc:sldMk cId="1736739833" sldId="256"/>
        </pc:sldMkLst>
        <pc:spChg chg="mod">
          <ac:chgData name="kuljot bakshi" userId="e18f591f5991c12c" providerId="LiveId" clId="{848BE52E-FEF7-44CF-B8AB-7264220E5FAA}" dt="2026-01-12T08:55:19.450" v="10" actId="20577"/>
          <ac:spMkLst>
            <pc:docMk/>
            <pc:sldMk cId="1736739833" sldId="256"/>
            <ac:spMk id="2" creationId="{51FAB218-9923-CDEB-EE9B-67A5663C4FC7}"/>
          </ac:spMkLst>
        </pc:spChg>
      </pc:sldChg>
      <pc:sldChg chg="addSp delSp modSp new mod">
        <pc:chgData name="kuljot bakshi" userId="e18f591f5991c12c" providerId="LiveId" clId="{848BE52E-FEF7-44CF-B8AB-7264220E5FAA}" dt="2026-01-12T11:25:03.312" v="651" actId="11529"/>
        <pc:sldMkLst>
          <pc:docMk/>
          <pc:sldMk cId="4020770053" sldId="257"/>
        </pc:sldMkLst>
        <pc:spChg chg="mod">
          <ac:chgData name="kuljot bakshi" userId="e18f591f5991c12c" providerId="LiveId" clId="{848BE52E-FEF7-44CF-B8AB-7264220E5FAA}" dt="2026-01-12T08:58:40.824" v="82" actId="1076"/>
          <ac:spMkLst>
            <pc:docMk/>
            <pc:sldMk cId="4020770053" sldId="257"/>
            <ac:spMk id="2" creationId="{1FFACB9B-A54C-A44D-9F1D-20D7EE47BA52}"/>
          </ac:spMkLst>
        </pc:spChg>
        <pc:spChg chg="del">
          <ac:chgData name="kuljot bakshi" userId="e18f591f5991c12c" providerId="LiveId" clId="{848BE52E-FEF7-44CF-B8AB-7264220E5FAA}" dt="2026-01-12T08:58:42.021" v="83"/>
          <ac:spMkLst>
            <pc:docMk/>
            <pc:sldMk cId="4020770053" sldId="257"/>
            <ac:spMk id="3" creationId="{B982871F-2209-F7DA-9203-098ADEEBC736}"/>
          </ac:spMkLst>
        </pc:spChg>
        <pc:spChg chg="add mod">
          <ac:chgData name="kuljot bakshi" userId="e18f591f5991c12c" providerId="LiveId" clId="{848BE52E-FEF7-44CF-B8AB-7264220E5FAA}" dt="2026-01-12T11:22:27.910" v="344" actId="1076"/>
          <ac:spMkLst>
            <pc:docMk/>
            <pc:sldMk cId="4020770053" sldId="257"/>
            <ac:spMk id="5" creationId="{F9BB54BF-F7B6-BA71-6598-781450066173}"/>
          </ac:spMkLst>
        </pc:spChg>
        <pc:spChg chg="add mod">
          <ac:chgData name="kuljot bakshi" userId="e18f591f5991c12c" providerId="LiveId" clId="{848BE52E-FEF7-44CF-B8AB-7264220E5FAA}" dt="2026-01-12T11:20:42.878" v="196" actId="1582"/>
          <ac:spMkLst>
            <pc:docMk/>
            <pc:sldMk cId="4020770053" sldId="257"/>
            <ac:spMk id="6" creationId="{8688560D-657F-5BC5-5887-295B12574AE6}"/>
          </ac:spMkLst>
        </pc:spChg>
        <pc:spChg chg="add mod">
          <ac:chgData name="kuljot bakshi" userId="e18f591f5991c12c" providerId="LiveId" clId="{848BE52E-FEF7-44CF-B8AB-7264220E5FAA}" dt="2026-01-12T11:20:57.067" v="199" actId="1076"/>
          <ac:spMkLst>
            <pc:docMk/>
            <pc:sldMk cId="4020770053" sldId="257"/>
            <ac:spMk id="9" creationId="{292E4E6B-C40F-0EEB-6BA6-ACB2AD78D8F2}"/>
          </ac:spMkLst>
        </pc:spChg>
        <pc:spChg chg="add mod">
          <ac:chgData name="kuljot bakshi" userId="e18f591f5991c12c" providerId="LiveId" clId="{848BE52E-FEF7-44CF-B8AB-7264220E5FAA}" dt="2026-01-12T11:20:59.293" v="200"/>
          <ac:spMkLst>
            <pc:docMk/>
            <pc:sldMk cId="4020770053" sldId="257"/>
            <ac:spMk id="10" creationId="{4D41F397-B9C5-8173-EE5C-2AAF405D85F1}"/>
          </ac:spMkLst>
        </pc:spChg>
        <pc:spChg chg="add mod">
          <ac:chgData name="kuljot bakshi" userId="e18f591f5991c12c" providerId="LiveId" clId="{848BE52E-FEF7-44CF-B8AB-7264220E5FAA}" dt="2026-01-12T11:22:06.414" v="338" actId="1076"/>
          <ac:spMkLst>
            <pc:docMk/>
            <pc:sldMk cId="4020770053" sldId="257"/>
            <ac:spMk id="14" creationId="{731136A3-516C-9C1F-5E3E-F2664167E014}"/>
          </ac:spMkLst>
        </pc:spChg>
        <pc:spChg chg="add mod">
          <ac:chgData name="kuljot bakshi" userId="e18f591f5991c12c" providerId="LiveId" clId="{848BE52E-FEF7-44CF-B8AB-7264220E5FAA}" dt="2026-01-12T11:22:19.032" v="341" actId="1076"/>
          <ac:spMkLst>
            <pc:docMk/>
            <pc:sldMk cId="4020770053" sldId="257"/>
            <ac:spMk id="19" creationId="{C6A3E4DC-E352-CDB5-B059-5610E9ABF047}"/>
          </ac:spMkLst>
        </pc:spChg>
        <pc:spChg chg="add mod">
          <ac:chgData name="kuljot bakshi" userId="e18f591f5991c12c" providerId="LiveId" clId="{848BE52E-FEF7-44CF-B8AB-7264220E5FAA}" dt="2026-01-12T11:23:05.452" v="456" actId="20577"/>
          <ac:spMkLst>
            <pc:docMk/>
            <pc:sldMk cId="4020770053" sldId="257"/>
            <ac:spMk id="20" creationId="{7711AC41-E528-341B-3868-12AF7E80F5E7}"/>
          </ac:spMkLst>
        </pc:spChg>
        <pc:spChg chg="add mod">
          <ac:chgData name="kuljot bakshi" userId="e18f591f5991c12c" providerId="LiveId" clId="{848BE52E-FEF7-44CF-B8AB-7264220E5FAA}" dt="2026-01-12T11:23:36.262" v="509" actId="20577"/>
          <ac:spMkLst>
            <pc:docMk/>
            <pc:sldMk cId="4020770053" sldId="257"/>
            <ac:spMk id="25" creationId="{4AB03261-A349-039C-1BA4-6346ED358B77}"/>
          </ac:spMkLst>
        </pc:spChg>
        <pc:spChg chg="add mod">
          <ac:chgData name="kuljot bakshi" userId="e18f591f5991c12c" providerId="LiveId" clId="{848BE52E-FEF7-44CF-B8AB-7264220E5FAA}" dt="2026-01-12T11:23:49.151" v="515" actId="1076"/>
          <ac:spMkLst>
            <pc:docMk/>
            <pc:sldMk cId="4020770053" sldId="257"/>
            <ac:spMk id="26" creationId="{C8F3424F-FD08-7C60-B2A5-B0F44647DA42}"/>
          </ac:spMkLst>
        </pc:spChg>
        <pc:spChg chg="add mod">
          <ac:chgData name="kuljot bakshi" userId="e18f591f5991c12c" providerId="LiveId" clId="{848BE52E-FEF7-44CF-B8AB-7264220E5FAA}" dt="2026-01-12T11:24:17.445" v="526" actId="14100"/>
          <ac:spMkLst>
            <pc:docMk/>
            <pc:sldMk cId="4020770053" sldId="257"/>
            <ac:spMk id="30" creationId="{CB81E247-4258-49D0-AC9A-D5C8E963B088}"/>
          </ac:spMkLst>
        </pc:spChg>
        <pc:spChg chg="add mod">
          <ac:chgData name="kuljot bakshi" userId="e18f591f5991c12c" providerId="LiveId" clId="{848BE52E-FEF7-44CF-B8AB-7264220E5FAA}" dt="2026-01-12T11:24:57.253" v="650" actId="1076"/>
          <ac:spMkLst>
            <pc:docMk/>
            <pc:sldMk cId="4020770053" sldId="257"/>
            <ac:spMk id="31" creationId="{01826648-0380-6A30-22B1-C79B5BEB8593}"/>
          </ac:spMkLst>
        </pc:spChg>
        <pc:picChg chg="add mod">
          <ac:chgData name="kuljot bakshi" userId="e18f591f5991c12c" providerId="LiveId" clId="{848BE52E-FEF7-44CF-B8AB-7264220E5FAA}" dt="2026-01-12T11:24:54.406" v="649" actId="1076"/>
          <ac:picMkLst>
            <pc:docMk/>
            <pc:sldMk cId="4020770053" sldId="257"/>
            <ac:picMk id="4" creationId="{CAA07EF3-9ACC-B42B-2246-0386586EAFBA}"/>
          </ac:picMkLst>
        </pc:picChg>
        <pc:cxnChg chg="add mod">
          <ac:chgData name="kuljot bakshi" userId="e18f591f5991c12c" providerId="LiveId" clId="{848BE52E-FEF7-44CF-B8AB-7264220E5FAA}" dt="2026-01-12T11:22:32.991" v="345" actId="14100"/>
          <ac:cxnSpMkLst>
            <pc:docMk/>
            <pc:sldMk cId="4020770053" sldId="257"/>
            <ac:cxnSpMk id="8" creationId="{AC1B3028-06EF-3613-D0C5-5BF678CD90C1}"/>
          </ac:cxnSpMkLst>
        </pc:cxnChg>
        <pc:cxnChg chg="add mod">
          <ac:chgData name="kuljot bakshi" userId="e18f591f5991c12c" providerId="LiveId" clId="{848BE52E-FEF7-44CF-B8AB-7264220E5FAA}" dt="2026-01-12T11:20:59.293" v="200"/>
          <ac:cxnSpMkLst>
            <pc:docMk/>
            <pc:sldMk cId="4020770053" sldId="257"/>
            <ac:cxnSpMk id="11" creationId="{1888531C-7D93-888E-1CBA-847173517FAF}"/>
          </ac:cxnSpMkLst>
        </pc:cxnChg>
        <pc:cxnChg chg="add mod">
          <ac:chgData name="kuljot bakshi" userId="e18f591f5991c12c" providerId="LiveId" clId="{848BE52E-FEF7-44CF-B8AB-7264220E5FAA}" dt="2026-01-12T11:23:07.301" v="457" actId="1076"/>
          <ac:cxnSpMkLst>
            <pc:docMk/>
            <pc:sldMk cId="4020770053" sldId="257"/>
            <ac:cxnSpMk id="15" creationId="{A314C0BE-B7C5-246F-446B-C5BFA08813A1}"/>
          </ac:cxnSpMkLst>
        </pc:cxnChg>
        <pc:cxnChg chg="add mod">
          <ac:chgData name="kuljot bakshi" userId="e18f591f5991c12c" providerId="LiveId" clId="{848BE52E-FEF7-44CF-B8AB-7264220E5FAA}" dt="2026-01-12T11:23:14.734" v="460" actId="14100"/>
          <ac:cxnSpMkLst>
            <pc:docMk/>
            <pc:sldMk cId="4020770053" sldId="257"/>
            <ac:cxnSpMk id="22" creationId="{A4E6D76C-6B45-FFAF-8160-B257BCFBA8D2}"/>
          </ac:cxnSpMkLst>
        </pc:cxnChg>
        <pc:cxnChg chg="add mod">
          <ac:chgData name="kuljot bakshi" userId="e18f591f5991c12c" providerId="LiveId" clId="{848BE52E-FEF7-44CF-B8AB-7264220E5FAA}" dt="2026-01-12T11:23:55.606" v="518" actId="14100"/>
          <ac:cxnSpMkLst>
            <pc:docMk/>
            <pc:sldMk cId="4020770053" sldId="257"/>
            <ac:cxnSpMk id="27" creationId="{7C06CD09-6B14-C662-E8E7-39ECB79770F9}"/>
          </ac:cxnSpMkLst>
        </pc:cxnChg>
        <pc:cxnChg chg="add">
          <ac:chgData name="kuljot bakshi" userId="e18f591f5991c12c" providerId="LiveId" clId="{848BE52E-FEF7-44CF-B8AB-7264220E5FAA}" dt="2026-01-12T11:25:03.312" v="651" actId="11529"/>
          <ac:cxnSpMkLst>
            <pc:docMk/>
            <pc:sldMk cId="4020770053" sldId="257"/>
            <ac:cxnSpMk id="33" creationId="{B5D840AA-79B3-47FB-37FD-09CAB2161658}"/>
          </ac:cxnSpMkLst>
        </pc:cxnChg>
      </pc:sldChg>
      <pc:sldChg chg="modSp add mod">
        <pc:chgData name="kuljot bakshi" userId="e18f591f5991c12c" providerId="LiveId" clId="{848BE52E-FEF7-44CF-B8AB-7264220E5FAA}" dt="2026-01-12T08:56:53.395" v="48" actId="20577"/>
        <pc:sldMkLst>
          <pc:docMk/>
          <pc:sldMk cId="0" sldId="276"/>
        </pc:sldMkLst>
        <pc:spChg chg="mod">
          <ac:chgData name="kuljot bakshi" userId="e18f591f5991c12c" providerId="LiveId" clId="{848BE52E-FEF7-44CF-B8AB-7264220E5FAA}" dt="2026-01-12T08:56:42.754" v="36" actId="20577"/>
          <ac:spMkLst>
            <pc:docMk/>
            <pc:sldMk cId="0" sldId="276"/>
            <ac:spMk id="2" creationId="{00000000-0000-0000-0000-000000000000}"/>
          </ac:spMkLst>
        </pc:spChg>
        <pc:spChg chg="mod">
          <ac:chgData name="kuljot bakshi" userId="e18f591f5991c12c" providerId="LiveId" clId="{848BE52E-FEF7-44CF-B8AB-7264220E5FAA}" dt="2026-01-12T08:56:53.395" v="48" actId="20577"/>
          <ac:spMkLst>
            <pc:docMk/>
            <pc:sldMk cId="0" sldId="276"/>
            <ac:spMk id="8" creationId="{CF30857E-BBA9-014A-7C47-01D677E81CF9}"/>
          </ac:spMkLst>
        </pc:spChg>
      </pc:sldChg>
      <pc:sldChg chg="addSp delSp modSp new mod">
        <pc:chgData name="kuljot bakshi" userId="e18f591f5991c12c" providerId="LiveId" clId="{848BE52E-FEF7-44CF-B8AB-7264220E5FAA}" dt="2026-01-12T11:36:14.007" v="879" actId="1076"/>
        <pc:sldMkLst>
          <pc:docMk/>
          <pc:sldMk cId="1696273514" sldId="277"/>
        </pc:sldMkLst>
        <pc:spChg chg="mod">
          <ac:chgData name="kuljot bakshi" userId="e18f591f5991c12c" providerId="LiveId" clId="{848BE52E-FEF7-44CF-B8AB-7264220E5FAA}" dt="2026-01-12T11:27:21.893" v="721" actId="1076"/>
          <ac:spMkLst>
            <pc:docMk/>
            <pc:sldMk cId="1696273514" sldId="277"/>
            <ac:spMk id="2" creationId="{F4A3A3B2-4965-ECD2-CEEF-1290FC2061EA}"/>
          </ac:spMkLst>
        </pc:spChg>
        <pc:spChg chg="del">
          <ac:chgData name="kuljot bakshi" userId="e18f591f5991c12c" providerId="LiveId" clId="{848BE52E-FEF7-44CF-B8AB-7264220E5FAA}" dt="2026-01-12T11:27:16.648" v="718"/>
          <ac:spMkLst>
            <pc:docMk/>
            <pc:sldMk cId="1696273514" sldId="277"/>
            <ac:spMk id="3" creationId="{E7C2C48A-70C4-3EC1-C689-003F70E97971}"/>
          </ac:spMkLst>
        </pc:spChg>
        <pc:spChg chg="add mod">
          <ac:chgData name="kuljot bakshi" userId="e18f591f5991c12c" providerId="LiveId" clId="{848BE52E-FEF7-44CF-B8AB-7264220E5FAA}" dt="2026-01-12T11:35:36.237" v="749" actId="1076"/>
          <ac:spMkLst>
            <pc:docMk/>
            <pc:sldMk cId="1696273514" sldId="277"/>
            <ac:spMk id="5" creationId="{FFBFCC9D-98F0-F7BC-F8E3-31EC087411DA}"/>
          </ac:spMkLst>
        </pc:spChg>
        <pc:spChg chg="add mod">
          <ac:chgData name="kuljot bakshi" userId="e18f591f5991c12c" providerId="LiveId" clId="{848BE52E-FEF7-44CF-B8AB-7264220E5FAA}" dt="2026-01-12T11:35:38.669" v="750" actId="1076"/>
          <ac:spMkLst>
            <pc:docMk/>
            <pc:sldMk cId="1696273514" sldId="277"/>
            <ac:spMk id="7" creationId="{1B6B1B9E-1A80-E056-B750-DB1754A6D3E5}"/>
          </ac:spMkLst>
        </pc:spChg>
        <pc:spChg chg="add mod">
          <ac:chgData name="kuljot bakshi" userId="e18f591f5991c12c" providerId="LiveId" clId="{848BE52E-FEF7-44CF-B8AB-7264220E5FAA}" dt="2026-01-12T11:36:14.007" v="879" actId="1076"/>
          <ac:spMkLst>
            <pc:docMk/>
            <pc:sldMk cId="1696273514" sldId="277"/>
            <ac:spMk id="8" creationId="{DB2F8F52-F4FF-6D85-FF2A-B80C4319CA61}"/>
          </ac:spMkLst>
        </pc:spChg>
        <pc:picChg chg="add mod">
          <ac:chgData name="kuljot bakshi" userId="e18f591f5991c12c" providerId="LiveId" clId="{848BE52E-FEF7-44CF-B8AB-7264220E5FAA}" dt="2026-01-12T11:33:44.405" v="740" actId="1076"/>
          <ac:picMkLst>
            <pc:docMk/>
            <pc:sldMk cId="1696273514" sldId="277"/>
            <ac:picMk id="2050" creationId="{417D26B4-F7F7-659D-1925-88A9394B128B}"/>
          </ac:picMkLst>
        </pc:picChg>
        <pc:picChg chg="add mod">
          <ac:chgData name="kuljot bakshi" userId="e18f591f5991c12c" providerId="LiveId" clId="{848BE52E-FEF7-44CF-B8AB-7264220E5FAA}" dt="2026-01-12T11:33:49.084" v="743" actId="1076"/>
          <ac:picMkLst>
            <pc:docMk/>
            <pc:sldMk cId="1696273514" sldId="277"/>
            <ac:picMk id="2052" creationId="{5A01AD2F-4529-00C1-9F49-FDEAE77BCFDA}"/>
          </ac:picMkLst>
        </pc:picChg>
      </pc:sldChg>
      <pc:sldChg chg="delSp modSp add mod setBg delDesignElem">
        <pc:chgData name="kuljot bakshi" userId="e18f591f5991c12c" providerId="LiveId" clId="{848BE52E-FEF7-44CF-B8AB-7264220E5FAA}" dt="2026-01-12T11:41:26.661" v="885" actId="1076"/>
        <pc:sldMkLst>
          <pc:docMk/>
          <pc:sldMk cId="2203256366" sldId="2147479829"/>
        </pc:sldMkLst>
        <pc:spChg chg="del">
          <ac:chgData name="kuljot bakshi" userId="e18f591f5991c12c" providerId="LiveId" clId="{848BE52E-FEF7-44CF-B8AB-7264220E5FAA}" dt="2026-01-12T11:41:05.115" v="881"/>
          <ac:spMkLst>
            <pc:docMk/>
            <pc:sldMk cId="2203256366" sldId="2147479829"/>
            <ac:spMk id="10" creationId="{1500B4A4-B1F1-41EA-886A-B8A210DBCA3B}"/>
          </ac:spMkLst>
        </pc:spChg>
        <pc:spChg chg="del">
          <ac:chgData name="kuljot bakshi" userId="e18f591f5991c12c" providerId="LiveId" clId="{848BE52E-FEF7-44CF-B8AB-7264220E5FAA}" dt="2026-01-12T11:41:05.115" v="881"/>
          <ac:spMkLst>
            <pc:docMk/>
            <pc:sldMk cId="2203256366" sldId="2147479829"/>
            <ac:spMk id="12" creationId="{5E55A99C-0BDC-4DBE-8E40-9FA66F629FA1}"/>
          </ac:spMkLst>
        </pc:spChg>
        <pc:picChg chg="mod">
          <ac:chgData name="kuljot bakshi" userId="e18f591f5991c12c" providerId="LiveId" clId="{848BE52E-FEF7-44CF-B8AB-7264220E5FAA}" dt="2026-01-12T11:41:26.661" v="885" actId="1076"/>
          <ac:picMkLst>
            <pc:docMk/>
            <pc:sldMk cId="2203256366" sldId="2147479829"/>
            <ac:picMk id="5" creationId="{D0AC0476-3ABA-E720-E932-C2AA79FEAF1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E63D7B-D033-4512-9A93-DB66444CC464}" type="datetimeFigureOut">
              <a:rPr lang="en-IN" smtClean="0"/>
              <a:t>12-01-2026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A6939E-E59E-48BD-BFAE-7116C5FA8EFB}" type="slidenum">
              <a:rPr lang="en-IN" smtClean="0"/>
              <a:t>‹#›</a:t>
            </a:fld>
            <a:endParaRPr lang="en-IN"/>
          </a:p>
        </p:txBody>
      </p:sp>
    </p:spTree>
    <p:extLst>
      <p:ext uri="{BB962C8B-B14F-4D97-AF65-F5344CB8AC3E}">
        <p14:creationId xmlns:p14="http://schemas.microsoft.com/office/powerpoint/2010/main" val="3288196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fontScale="47500" lnSpcReduction="20000"/>
          </a:bodyPr>
          <a:lstStyle/>
          <a:p>
            <a:pPr algn="l"/>
            <a:r>
              <a:rPr lang="en-US" b="0" i="0" dirty="0">
                <a:solidFill>
                  <a:srgbClr val="E6E6E6"/>
                </a:solidFill>
                <a:effectLst/>
                <a:latin typeface="Segoe UI" panose="020B0502040204020203" pitchFamily="34" charset="0"/>
              </a:rPr>
              <a:t>To gain a better understanding of how to process and analyze data with Apache Spark in Azure Databricks, it's important to understand the underlying architecture.</a:t>
            </a:r>
          </a:p>
          <a:p>
            <a:pPr algn="l"/>
            <a:endParaRPr lang="en-US" b="0" i="0" dirty="0">
              <a:solidFill>
                <a:srgbClr val="E6E6E6"/>
              </a:solidFill>
              <a:effectLst/>
              <a:latin typeface="Segoe UI" panose="020B0502040204020203" pitchFamily="34" charset="0"/>
            </a:endParaRPr>
          </a:p>
          <a:p>
            <a:pPr algn="l"/>
            <a:r>
              <a:rPr lang="en-US" b="1" i="0" dirty="0">
                <a:solidFill>
                  <a:srgbClr val="E6E6E6"/>
                </a:solidFill>
                <a:effectLst/>
                <a:latin typeface="Segoe UI" panose="020B0502040204020203" pitchFamily="34" charset="0"/>
              </a:rPr>
              <a:t>High-level overview</a:t>
            </a:r>
          </a:p>
          <a:p>
            <a:pPr algn="l"/>
            <a:r>
              <a:rPr lang="en-US" b="0" i="0" dirty="0">
                <a:solidFill>
                  <a:srgbClr val="E6E6E6"/>
                </a:solidFill>
                <a:effectLst/>
                <a:latin typeface="Segoe UI" panose="020B0502040204020203" pitchFamily="34" charset="0"/>
              </a:rPr>
              <a:t>From a high level, the Azure Databricks service launches and manages Apache Spark clusters within your Azure subscription. </a:t>
            </a:r>
          </a:p>
          <a:p>
            <a:pPr algn="l"/>
            <a:r>
              <a:rPr lang="en-US" b="0" i="0" dirty="0">
                <a:solidFill>
                  <a:srgbClr val="E6E6E6"/>
                </a:solidFill>
                <a:effectLst/>
                <a:latin typeface="Segoe UI" panose="020B0502040204020203" pitchFamily="34" charset="0"/>
              </a:rPr>
              <a:t>Apache Spark clusters are groups of computers that are treated as a single computer and handle the execution of commands issued from notebooks. </a:t>
            </a:r>
          </a:p>
          <a:p>
            <a:pPr algn="l"/>
            <a:r>
              <a:rPr lang="en-US" b="0" i="0" dirty="0">
                <a:solidFill>
                  <a:srgbClr val="E6E6E6"/>
                </a:solidFill>
                <a:effectLst/>
                <a:latin typeface="Segoe UI" panose="020B0502040204020203" pitchFamily="34" charset="0"/>
              </a:rPr>
              <a:t>Clusters enable processing of data to be parallelized across many computers to improve scale and performance. </a:t>
            </a:r>
          </a:p>
          <a:p>
            <a:pPr algn="l"/>
            <a:r>
              <a:rPr lang="en-US" b="0" i="0" dirty="0">
                <a:solidFill>
                  <a:srgbClr val="E6E6E6"/>
                </a:solidFill>
                <a:effectLst/>
                <a:latin typeface="Segoe UI" panose="020B0502040204020203" pitchFamily="34" charset="0"/>
              </a:rPr>
              <a:t>They consist of a Spark </a:t>
            </a:r>
            <a:r>
              <a:rPr lang="en-US" b="0" i="1" dirty="0">
                <a:solidFill>
                  <a:srgbClr val="E6E6E6"/>
                </a:solidFill>
                <a:effectLst/>
                <a:latin typeface="Segoe UI" panose="020B0502040204020203" pitchFamily="34" charset="0"/>
              </a:rPr>
              <a:t>driver</a:t>
            </a:r>
            <a:r>
              <a:rPr lang="en-US" b="0" i="0" dirty="0">
                <a:solidFill>
                  <a:srgbClr val="E6E6E6"/>
                </a:solidFill>
                <a:effectLst/>
                <a:latin typeface="Segoe UI" panose="020B0502040204020203" pitchFamily="34" charset="0"/>
              </a:rPr>
              <a:t> and </a:t>
            </a:r>
            <a:r>
              <a:rPr lang="en-US" b="0" i="1" dirty="0">
                <a:solidFill>
                  <a:srgbClr val="E6E6E6"/>
                </a:solidFill>
                <a:effectLst/>
                <a:latin typeface="Segoe UI" panose="020B0502040204020203" pitchFamily="34" charset="0"/>
              </a:rPr>
              <a:t>worker</a:t>
            </a:r>
            <a:r>
              <a:rPr lang="en-US" b="0" i="0" dirty="0">
                <a:solidFill>
                  <a:srgbClr val="E6E6E6"/>
                </a:solidFill>
                <a:effectLst/>
                <a:latin typeface="Segoe UI" panose="020B0502040204020203" pitchFamily="34" charset="0"/>
              </a:rPr>
              <a:t> nodes. The driver node sends work to the worker nodes and instructs them to pull data from a specified data source.</a:t>
            </a:r>
          </a:p>
          <a:p>
            <a:pPr algn="l"/>
            <a:r>
              <a:rPr lang="en-US" b="0" i="0" dirty="0">
                <a:solidFill>
                  <a:srgbClr val="E6E6E6"/>
                </a:solidFill>
                <a:effectLst/>
                <a:latin typeface="Segoe UI" panose="020B0502040204020203" pitchFamily="34" charset="0"/>
              </a:rPr>
              <a:t>In Databricks, the notebook interface is typically the driver program. This driver program contains the main loop for the program and creates distributed datasets on the cluster, then applies operations to those datasets. Driver programs access Apache Spark through a </a:t>
            </a:r>
            <a:r>
              <a:rPr lang="en-US" b="0" i="1" dirty="0">
                <a:solidFill>
                  <a:srgbClr val="E6E6E6"/>
                </a:solidFill>
                <a:effectLst/>
                <a:latin typeface="Segoe UI" panose="020B0502040204020203" pitchFamily="34" charset="0"/>
              </a:rPr>
              <a:t>SparkSession</a:t>
            </a:r>
            <a:r>
              <a:rPr lang="en-US" b="0" i="0" dirty="0">
                <a:solidFill>
                  <a:srgbClr val="E6E6E6"/>
                </a:solidFill>
                <a:effectLst/>
                <a:latin typeface="Segoe UI" panose="020B0502040204020203" pitchFamily="34" charset="0"/>
              </a:rPr>
              <a:t> object regardless of deployment location.</a:t>
            </a:r>
          </a:p>
          <a:p>
            <a:pPr algn="l"/>
            <a:endParaRPr lang="en-US" b="0" i="0" dirty="0">
              <a:solidFill>
                <a:srgbClr val="E6E6E6"/>
              </a:solidFill>
              <a:effectLst/>
              <a:latin typeface="Segoe UI" panose="020B0502040204020203" pitchFamily="34" charset="0"/>
            </a:endParaRPr>
          </a:p>
          <a:p>
            <a:pPr algn="l"/>
            <a:r>
              <a:rPr lang="en-US" b="0" i="0" dirty="0">
                <a:solidFill>
                  <a:srgbClr val="E6E6E6"/>
                </a:solidFill>
                <a:effectLst/>
                <a:latin typeface="Segoe UI" panose="020B0502040204020203" pitchFamily="34" charset="0"/>
              </a:rPr>
              <a:t>Microsoft Azure manages the cluster, and auto-scales it as needed based on your usage and the setting used when configuring the cluster. Auto-termination can also be enabled, which allows Azure to terminate the cluster after a specified number of minutes of inactivity.</a:t>
            </a:r>
          </a:p>
          <a:p>
            <a:pPr algn="l"/>
            <a:endParaRPr lang="en-US" b="0" i="0" dirty="0">
              <a:solidFill>
                <a:srgbClr val="E6E6E6"/>
              </a:solidFill>
              <a:effectLst/>
              <a:latin typeface="Segoe UI" panose="020B0502040204020203" pitchFamily="34" charset="0"/>
            </a:endParaRPr>
          </a:p>
          <a:p>
            <a:pPr algn="l"/>
            <a:r>
              <a:rPr lang="en-US" b="1" i="0" dirty="0">
                <a:solidFill>
                  <a:srgbClr val="E6E6E6"/>
                </a:solidFill>
                <a:effectLst/>
                <a:latin typeface="Segoe UI" panose="020B0502040204020203" pitchFamily="34" charset="0"/>
              </a:rPr>
              <a:t>Spark jobs in detail</a:t>
            </a:r>
          </a:p>
          <a:p>
            <a:pPr algn="l"/>
            <a:r>
              <a:rPr lang="en-US" b="0" i="0" dirty="0">
                <a:solidFill>
                  <a:srgbClr val="E6E6E6"/>
                </a:solidFill>
                <a:effectLst/>
                <a:latin typeface="Segoe UI" panose="020B0502040204020203" pitchFamily="34" charset="0"/>
              </a:rPr>
              <a:t>Work submitted to the cluster is split into as many independent jobs as needed. This is how work is distributed across the cluster's nodes. Jobs are further subdivided into tasks. The input to a job is partitioned into one or more partitions. These partitions are the unit of work for each slot. In between tasks, partitions may need to be reorganized and shared over the network.</a:t>
            </a:r>
          </a:p>
          <a:p>
            <a:pPr algn="l"/>
            <a:r>
              <a:rPr lang="en-US" b="0" i="0" dirty="0">
                <a:solidFill>
                  <a:srgbClr val="E6E6E6"/>
                </a:solidFill>
                <a:effectLst/>
                <a:latin typeface="Segoe UI" panose="020B0502040204020203" pitchFamily="34" charset="0"/>
              </a:rPr>
              <a:t>The secret to Spark's high performance is parallelism. Scaling </a:t>
            </a:r>
            <a:r>
              <a:rPr lang="en-US" b="0" i="1" dirty="0">
                <a:solidFill>
                  <a:srgbClr val="E6E6E6"/>
                </a:solidFill>
                <a:effectLst/>
                <a:latin typeface="Segoe UI" panose="020B0502040204020203" pitchFamily="34" charset="0"/>
              </a:rPr>
              <a:t>vertically</a:t>
            </a:r>
            <a:r>
              <a:rPr lang="en-US" b="0" i="0" dirty="0">
                <a:solidFill>
                  <a:srgbClr val="E6E6E6"/>
                </a:solidFill>
                <a:effectLst/>
                <a:latin typeface="Segoe UI" panose="020B0502040204020203" pitchFamily="34" charset="0"/>
              </a:rPr>
              <a:t> (by adding resources to a single computer) is limited to a finite amount of RAM, Threads and CPU speeds; but clusters scale </a:t>
            </a:r>
            <a:r>
              <a:rPr lang="en-US" b="0" i="1" dirty="0">
                <a:solidFill>
                  <a:srgbClr val="E6E6E6"/>
                </a:solidFill>
                <a:effectLst/>
                <a:latin typeface="Segoe UI" panose="020B0502040204020203" pitchFamily="34" charset="0"/>
              </a:rPr>
              <a:t>horizontally</a:t>
            </a:r>
            <a:r>
              <a:rPr lang="en-US" b="0" i="0" dirty="0">
                <a:solidFill>
                  <a:srgbClr val="E6E6E6"/>
                </a:solidFill>
                <a:effectLst/>
                <a:latin typeface="Segoe UI" panose="020B0502040204020203" pitchFamily="34" charset="0"/>
              </a:rPr>
              <a:t>, adding new nodes to the cluster as needed.</a:t>
            </a:r>
          </a:p>
          <a:p>
            <a:pPr algn="l"/>
            <a:r>
              <a:rPr lang="en-US" b="0" i="0" dirty="0">
                <a:solidFill>
                  <a:srgbClr val="E6E6E6"/>
                </a:solidFill>
                <a:effectLst/>
                <a:latin typeface="Segoe UI" panose="020B0502040204020203" pitchFamily="34" charset="0"/>
              </a:rPr>
              <a:t>Spark parallelizes jobs at two levels:</a:t>
            </a:r>
          </a:p>
          <a:p>
            <a:pPr algn="l">
              <a:buFont typeface="Arial" panose="020B0604020202020204" pitchFamily="34" charset="0"/>
              <a:buChar char="•"/>
            </a:pPr>
            <a:r>
              <a:rPr lang="en-US" b="0" i="0" dirty="0">
                <a:solidFill>
                  <a:srgbClr val="E6E6E6"/>
                </a:solidFill>
                <a:effectLst/>
                <a:latin typeface="Segoe UI" panose="020B0502040204020203" pitchFamily="34" charset="0"/>
              </a:rPr>
              <a:t>The first level of parallelization is the </a:t>
            </a:r>
            <a:r>
              <a:rPr lang="en-US" b="0" i="1" dirty="0">
                <a:solidFill>
                  <a:srgbClr val="E6E6E6"/>
                </a:solidFill>
                <a:effectLst/>
                <a:latin typeface="Segoe UI" panose="020B0502040204020203" pitchFamily="34" charset="0"/>
              </a:rPr>
              <a:t>executor</a:t>
            </a:r>
            <a:r>
              <a:rPr lang="en-US" b="0" i="0" dirty="0">
                <a:solidFill>
                  <a:srgbClr val="E6E6E6"/>
                </a:solidFill>
                <a:effectLst/>
                <a:latin typeface="Segoe UI" panose="020B0502040204020203" pitchFamily="34" charset="0"/>
              </a:rPr>
              <a:t> - a Java virtual machine (JVM) running on a worker node, typically, one instance per node.</a:t>
            </a:r>
          </a:p>
          <a:p>
            <a:pPr algn="l">
              <a:buFont typeface="Arial" panose="020B0604020202020204" pitchFamily="34" charset="0"/>
              <a:buChar char="•"/>
            </a:pPr>
            <a:r>
              <a:rPr lang="en-US" b="0" i="0" dirty="0">
                <a:solidFill>
                  <a:srgbClr val="E6E6E6"/>
                </a:solidFill>
                <a:effectLst/>
                <a:latin typeface="Segoe UI" panose="020B0502040204020203" pitchFamily="34" charset="0"/>
              </a:rPr>
              <a:t>The second level of parallelization is the </a:t>
            </a:r>
            <a:r>
              <a:rPr lang="en-US" b="0" i="1" dirty="0">
                <a:solidFill>
                  <a:srgbClr val="E6E6E6"/>
                </a:solidFill>
                <a:effectLst/>
                <a:latin typeface="Segoe UI" panose="020B0502040204020203" pitchFamily="34" charset="0"/>
              </a:rPr>
              <a:t>slot</a:t>
            </a:r>
            <a:r>
              <a:rPr lang="en-US" b="0" i="0" dirty="0">
                <a:solidFill>
                  <a:srgbClr val="E6E6E6"/>
                </a:solidFill>
                <a:effectLst/>
                <a:latin typeface="Segoe UI" panose="020B0502040204020203" pitchFamily="34" charset="0"/>
              </a:rPr>
              <a:t> - the number of which is determined by the number of cores and CPUs of each node.</a:t>
            </a:r>
          </a:p>
          <a:p>
            <a:pPr algn="l">
              <a:buFont typeface="Arial" panose="020B0604020202020204" pitchFamily="34" charset="0"/>
              <a:buChar char="•"/>
            </a:pPr>
            <a:r>
              <a:rPr lang="en-US" b="0" i="0" dirty="0">
                <a:solidFill>
                  <a:srgbClr val="E6E6E6"/>
                </a:solidFill>
                <a:effectLst/>
                <a:latin typeface="Segoe UI" panose="020B0502040204020203" pitchFamily="34" charset="0"/>
              </a:rPr>
              <a:t>Each executor has multiple slots to which parallelized tasks can be assigned.</a:t>
            </a:r>
          </a:p>
          <a:p>
            <a:pPr algn="l">
              <a:buFont typeface="Arial" panose="020B0604020202020204" pitchFamily="34" charset="0"/>
              <a:buNone/>
            </a:pPr>
            <a:endParaRPr lang="en-US" b="0" i="0" dirty="0">
              <a:solidFill>
                <a:srgbClr val="E6E6E6"/>
              </a:solidFill>
              <a:effectLst/>
              <a:latin typeface="Segoe UI" panose="020B0502040204020203" pitchFamily="34" charset="0"/>
            </a:endParaRPr>
          </a:p>
          <a:p>
            <a:pPr algn="l"/>
            <a:r>
              <a:rPr lang="en-US" b="0" i="0" dirty="0">
                <a:solidFill>
                  <a:srgbClr val="E6E6E6"/>
                </a:solidFill>
                <a:effectLst/>
                <a:latin typeface="Segoe UI" panose="020B0502040204020203" pitchFamily="34" charset="0"/>
              </a:rPr>
              <a:t>The JVM is naturally multi-threaded, but a single JVM, such as the one coordinating the work on the driver, has a finite upper limit. By splitting the work into tasks, the driver can assign units of work to *slots in the executors on worker nodes for parallel execution. Additionally, the driver determines how to partition the data so that it can be distributed for parallel processing. So, the driver assigns a partition of data to each task so that each task knows which piece of data it is to process. Once started, each task will fetch the partition of data assigned to it.</a:t>
            </a:r>
          </a:p>
          <a:p>
            <a:pPr algn="l"/>
            <a:endParaRPr lang="en-US" b="0" i="0" dirty="0">
              <a:solidFill>
                <a:srgbClr val="E6E6E6"/>
              </a:solidFill>
              <a:effectLst/>
              <a:latin typeface="Segoe UI" panose="020B0502040204020203" pitchFamily="34" charset="0"/>
            </a:endParaRPr>
          </a:p>
          <a:p>
            <a:pPr algn="l"/>
            <a:r>
              <a:rPr lang="en-US" b="1" i="0" dirty="0">
                <a:solidFill>
                  <a:srgbClr val="E6E6E6"/>
                </a:solidFill>
                <a:effectLst/>
                <a:latin typeface="Segoe UI" panose="020B0502040204020203" pitchFamily="34" charset="0"/>
              </a:rPr>
              <a:t>Jobs and stages</a:t>
            </a:r>
          </a:p>
          <a:p>
            <a:pPr algn="l"/>
            <a:r>
              <a:rPr lang="en-US" b="0" i="0" dirty="0">
                <a:solidFill>
                  <a:srgbClr val="E6E6E6"/>
                </a:solidFill>
                <a:effectLst/>
                <a:latin typeface="Segoe UI" panose="020B0502040204020203" pitchFamily="34" charset="0"/>
              </a:rPr>
              <a:t>Depending on the work being performed, multiple parallelized jobs may be required. Each job is broken down into </a:t>
            </a:r>
            <a:r>
              <a:rPr lang="en-US" b="0" i="1" dirty="0">
                <a:solidFill>
                  <a:srgbClr val="E6E6E6"/>
                </a:solidFill>
                <a:effectLst/>
                <a:latin typeface="Segoe UI" panose="020B0502040204020203" pitchFamily="34" charset="0"/>
              </a:rPr>
              <a:t>stages</a:t>
            </a:r>
            <a:r>
              <a:rPr lang="en-US" b="0" i="0" dirty="0">
                <a:solidFill>
                  <a:srgbClr val="E6E6E6"/>
                </a:solidFill>
                <a:effectLst/>
                <a:latin typeface="Segoe UI" panose="020B0502040204020203" pitchFamily="34" charset="0"/>
              </a:rPr>
              <a:t>. A useful analogy is to imagine that the job is to build a house:</a:t>
            </a:r>
          </a:p>
          <a:p>
            <a:pPr algn="l">
              <a:buFont typeface="Arial" panose="020B0604020202020204" pitchFamily="34" charset="0"/>
              <a:buChar char="•"/>
            </a:pPr>
            <a:r>
              <a:rPr lang="en-US" b="0" i="0" dirty="0">
                <a:solidFill>
                  <a:srgbClr val="E6E6E6"/>
                </a:solidFill>
                <a:effectLst/>
                <a:latin typeface="Segoe UI" panose="020B0502040204020203" pitchFamily="34" charset="0"/>
              </a:rPr>
              <a:t>The first stage would be to lay the foundation.</a:t>
            </a:r>
          </a:p>
          <a:p>
            <a:pPr algn="l">
              <a:buFont typeface="Arial" panose="020B0604020202020204" pitchFamily="34" charset="0"/>
              <a:buChar char="•"/>
            </a:pPr>
            <a:r>
              <a:rPr lang="en-US" b="0" i="0" dirty="0">
                <a:solidFill>
                  <a:srgbClr val="E6E6E6"/>
                </a:solidFill>
                <a:effectLst/>
                <a:latin typeface="Segoe UI" panose="020B0502040204020203" pitchFamily="34" charset="0"/>
              </a:rPr>
              <a:t>The second stage would be to erect the walls.</a:t>
            </a:r>
          </a:p>
          <a:p>
            <a:pPr algn="l">
              <a:buFont typeface="Arial" panose="020B0604020202020204" pitchFamily="34" charset="0"/>
              <a:buChar char="•"/>
            </a:pPr>
            <a:r>
              <a:rPr lang="en-US" b="0" i="0" dirty="0">
                <a:solidFill>
                  <a:srgbClr val="E6E6E6"/>
                </a:solidFill>
                <a:effectLst/>
                <a:latin typeface="Segoe UI" panose="020B0502040204020203" pitchFamily="34" charset="0"/>
              </a:rPr>
              <a:t>The third stage would be to add the roof.</a:t>
            </a:r>
          </a:p>
          <a:p>
            <a:pPr algn="l"/>
            <a:r>
              <a:rPr lang="en-US" b="0" i="0" dirty="0">
                <a:solidFill>
                  <a:srgbClr val="E6E6E6"/>
                </a:solidFill>
                <a:effectLst/>
                <a:latin typeface="Segoe UI" panose="020B0502040204020203" pitchFamily="34" charset="0"/>
              </a:rPr>
              <a:t>Attempting to do any of these steps out of order just doesn't make sense, and may in fact be impossible. Similarly, Spark breaks each job into stages to ensure everything is done in the right order.</a:t>
            </a:r>
          </a:p>
          <a:p>
            <a:pPr algn="l">
              <a:buFont typeface="Arial" panose="020B0604020202020204" pitchFamily="34" charset="0"/>
              <a:buNone/>
            </a:pPr>
            <a:endParaRPr lang="en-US" b="0" i="0" dirty="0">
              <a:solidFill>
                <a:srgbClr val="E6E6E6"/>
              </a:solidFill>
              <a:effectLst/>
              <a:latin typeface="Segoe UI" panose="020B0502040204020203" pitchFamily="34" charset="0"/>
            </a:endParaRPr>
          </a:p>
          <a:p>
            <a:pPr algn="l"/>
            <a:endParaRPr lang="en-US" b="0" i="0" dirty="0">
              <a:solidFill>
                <a:srgbClr val="E6E6E6"/>
              </a:solidFill>
              <a:effectLst/>
              <a:latin typeface="Segoe UI" panose="020B0502040204020203" pitchFamily="34" charset="0"/>
            </a:endParaRPr>
          </a:p>
        </p:txBody>
      </p:sp>
      <p:sp>
        <p:nvSpPr>
          <p:cNvPr id="4" name="Slide Number Placeholder 3"/>
          <p:cNvSpPr>
            <a:spLocks noGrp="1"/>
          </p:cNvSpPr>
          <p:nvPr>
            <p:ph type="sldNum" sz="quarter" idx="10"/>
          </p:nvPr>
        </p:nvSpPr>
        <p:spPr/>
        <p:txBody>
          <a:bodyPr/>
          <a:lstStyle/>
          <a:p>
            <a:fld id="{6101C5E1-D8E9-464D-A93E-CE21651935A7}" type="slidenum">
              <a:rPr lang="en-US" smtClean="0"/>
              <a:t>2</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12007-5705-2B39-49A7-15349837958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62E5416-BF16-E77F-63DC-F208B8A12F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B6CCB6D-F6D2-1299-18D1-2634051698BE}"/>
              </a:ext>
            </a:extLst>
          </p:cNvPr>
          <p:cNvSpPr>
            <a:spLocks noGrp="1"/>
          </p:cNvSpPr>
          <p:nvPr>
            <p:ph type="dt" sz="half" idx="10"/>
          </p:nvPr>
        </p:nvSpPr>
        <p:spPr/>
        <p:txBody>
          <a:bodyPr/>
          <a:lstStyle/>
          <a:p>
            <a:fld id="{A0A60C98-2C3F-4281-9CD4-DE709C9347AB}" type="datetimeFigureOut">
              <a:rPr lang="en-IN" smtClean="0"/>
              <a:t>12-01-2026</a:t>
            </a:fld>
            <a:endParaRPr lang="en-IN"/>
          </a:p>
        </p:txBody>
      </p:sp>
      <p:sp>
        <p:nvSpPr>
          <p:cNvPr id="5" name="Footer Placeholder 4">
            <a:extLst>
              <a:ext uri="{FF2B5EF4-FFF2-40B4-BE49-F238E27FC236}">
                <a16:creationId xmlns:a16="http://schemas.microsoft.com/office/drawing/2014/main" id="{E6AD6DFF-9D79-C73F-7FCF-94B7C29137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AE2EFF-9BC5-ED0C-6DCC-B5432AC32C69}"/>
              </a:ext>
            </a:extLst>
          </p:cNvPr>
          <p:cNvSpPr>
            <a:spLocks noGrp="1"/>
          </p:cNvSpPr>
          <p:nvPr>
            <p:ph type="sldNum" sz="quarter" idx="12"/>
          </p:nvPr>
        </p:nvSpPr>
        <p:spPr/>
        <p:txBody>
          <a:bodyPr/>
          <a:lstStyle/>
          <a:p>
            <a:fld id="{4FB6D908-41F4-4CCD-B5CB-8D00DBF4C5E4}" type="slidenum">
              <a:rPr lang="en-IN" smtClean="0"/>
              <a:t>‹#›</a:t>
            </a:fld>
            <a:endParaRPr lang="en-IN"/>
          </a:p>
        </p:txBody>
      </p:sp>
    </p:spTree>
    <p:extLst>
      <p:ext uri="{BB962C8B-B14F-4D97-AF65-F5344CB8AC3E}">
        <p14:creationId xmlns:p14="http://schemas.microsoft.com/office/powerpoint/2010/main" val="168891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90BF1-D76C-EEB2-EDAA-BF991177222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B76AC7-55DC-35E6-EA7B-902185CA478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A9CD61-2C27-C2E2-5AB2-5EE6D30459AF}"/>
              </a:ext>
            </a:extLst>
          </p:cNvPr>
          <p:cNvSpPr>
            <a:spLocks noGrp="1"/>
          </p:cNvSpPr>
          <p:nvPr>
            <p:ph type="dt" sz="half" idx="10"/>
          </p:nvPr>
        </p:nvSpPr>
        <p:spPr/>
        <p:txBody>
          <a:bodyPr/>
          <a:lstStyle/>
          <a:p>
            <a:fld id="{A0A60C98-2C3F-4281-9CD4-DE709C9347AB}" type="datetimeFigureOut">
              <a:rPr lang="en-IN" smtClean="0"/>
              <a:t>12-01-2026</a:t>
            </a:fld>
            <a:endParaRPr lang="en-IN"/>
          </a:p>
        </p:txBody>
      </p:sp>
      <p:sp>
        <p:nvSpPr>
          <p:cNvPr id="5" name="Footer Placeholder 4">
            <a:extLst>
              <a:ext uri="{FF2B5EF4-FFF2-40B4-BE49-F238E27FC236}">
                <a16:creationId xmlns:a16="http://schemas.microsoft.com/office/drawing/2014/main" id="{ED8900D9-9E4A-49CC-08BE-A99DB30ABE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07E9F1-CA8D-8593-990F-E9021777EDD4}"/>
              </a:ext>
            </a:extLst>
          </p:cNvPr>
          <p:cNvSpPr>
            <a:spLocks noGrp="1"/>
          </p:cNvSpPr>
          <p:nvPr>
            <p:ph type="sldNum" sz="quarter" idx="12"/>
          </p:nvPr>
        </p:nvSpPr>
        <p:spPr/>
        <p:txBody>
          <a:bodyPr/>
          <a:lstStyle/>
          <a:p>
            <a:fld id="{4FB6D908-41F4-4CCD-B5CB-8D00DBF4C5E4}" type="slidenum">
              <a:rPr lang="en-IN" smtClean="0"/>
              <a:t>‹#›</a:t>
            </a:fld>
            <a:endParaRPr lang="en-IN"/>
          </a:p>
        </p:txBody>
      </p:sp>
    </p:spTree>
    <p:extLst>
      <p:ext uri="{BB962C8B-B14F-4D97-AF65-F5344CB8AC3E}">
        <p14:creationId xmlns:p14="http://schemas.microsoft.com/office/powerpoint/2010/main" val="2929195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29CCF-CEEC-C389-77E8-7F00692BCF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06F3A60-34AA-B40A-190C-8BB2A775A9B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2B1FBE-227E-45BC-F124-278AFA40B9E1}"/>
              </a:ext>
            </a:extLst>
          </p:cNvPr>
          <p:cNvSpPr>
            <a:spLocks noGrp="1"/>
          </p:cNvSpPr>
          <p:nvPr>
            <p:ph type="dt" sz="half" idx="10"/>
          </p:nvPr>
        </p:nvSpPr>
        <p:spPr/>
        <p:txBody>
          <a:bodyPr/>
          <a:lstStyle/>
          <a:p>
            <a:fld id="{A0A60C98-2C3F-4281-9CD4-DE709C9347AB}" type="datetimeFigureOut">
              <a:rPr lang="en-IN" smtClean="0"/>
              <a:t>12-01-2026</a:t>
            </a:fld>
            <a:endParaRPr lang="en-IN"/>
          </a:p>
        </p:txBody>
      </p:sp>
      <p:sp>
        <p:nvSpPr>
          <p:cNvPr id="5" name="Footer Placeholder 4">
            <a:extLst>
              <a:ext uri="{FF2B5EF4-FFF2-40B4-BE49-F238E27FC236}">
                <a16:creationId xmlns:a16="http://schemas.microsoft.com/office/drawing/2014/main" id="{91E8E8B0-CC8F-B918-D7D6-23E0FAF432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0EF2FE-1C29-60EA-E6E4-BDD06F348A99}"/>
              </a:ext>
            </a:extLst>
          </p:cNvPr>
          <p:cNvSpPr>
            <a:spLocks noGrp="1"/>
          </p:cNvSpPr>
          <p:nvPr>
            <p:ph type="sldNum" sz="quarter" idx="12"/>
          </p:nvPr>
        </p:nvSpPr>
        <p:spPr/>
        <p:txBody>
          <a:bodyPr/>
          <a:lstStyle/>
          <a:p>
            <a:fld id="{4FB6D908-41F4-4CCD-B5CB-8D00DBF4C5E4}" type="slidenum">
              <a:rPr lang="en-IN" smtClean="0"/>
              <a:t>‹#›</a:t>
            </a:fld>
            <a:endParaRPr lang="en-IN"/>
          </a:p>
        </p:txBody>
      </p:sp>
    </p:spTree>
    <p:extLst>
      <p:ext uri="{BB962C8B-B14F-4D97-AF65-F5344CB8AC3E}">
        <p14:creationId xmlns:p14="http://schemas.microsoft.com/office/powerpoint/2010/main" val="527684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DA01D-8A54-3024-280F-E3557D2CF3A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5BE32EB-17DF-AA50-A593-C76AA3CDA2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BE4008F-6AC4-9B27-6562-438E796F77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C905844-4DDD-6A0C-2651-4AF3528C0302}"/>
              </a:ext>
            </a:extLst>
          </p:cNvPr>
          <p:cNvSpPr>
            <a:spLocks noGrp="1"/>
          </p:cNvSpPr>
          <p:nvPr>
            <p:ph type="dt" sz="half" idx="10"/>
          </p:nvPr>
        </p:nvSpPr>
        <p:spPr/>
        <p:txBody>
          <a:bodyPr/>
          <a:lstStyle/>
          <a:p>
            <a:fld id="{A0A60C98-2C3F-4281-9CD4-DE709C9347AB}" type="datetimeFigureOut">
              <a:rPr lang="en-IN" smtClean="0"/>
              <a:t>12-01-2026</a:t>
            </a:fld>
            <a:endParaRPr lang="en-IN"/>
          </a:p>
        </p:txBody>
      </p:sp>
      <p:sp>
        <p:nvSpPr>
          <p:cNvPr id="6" name="Footer Placeholder 5">
            <a:extLst>
              <a:ext uri="{FF2B5EF4-FFF2-40B4-BE49-F238E27FC236}">
                <a16:creationId xmlns:a16="http://schemas.microsoft.com/office/drawing/2014/main" id="{77D64A64-5BD7-5609-4A97-4F9CA0A153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CFD8D8-3738-86D7-F226-B4EEA94DE96D}"/>
              </a:ext>
            </a:extLst>
          </p:cNvPr>
          <p:cNvSpPr>
            <a:spLocks noGrp="1"/>
          </p:cNvSpPr>
          <p:nvPr>
            <p:ph type="sldNum" sz="quarter" idx="12"/>
          </p:nvPr>
        </p:nvSpPr>
        <p:spPr/>
        <p:txBody>
          <a:bodyPr/>
          <a:lstStyle/>
          <a:p>
            <a:fld id="{4FB6D908-41F4-4CCD-B5CB-8D00DBF4C5E4}" type="slidenum">
              <a:rPr lang="en-IN" smtClean="0"/>
              <a:t>‹#›</a:t>
            </a:fld>
            <a:endParaRPr lang="en-IN"/>
          </a:p>
        </p:txBody>
      </p:sp>
    </p:spTree>
    <p:extLst>
      <p:ext uri="{BB962C8B-B14F-4D97-AF65-F5344CB8AC3E}">
        <p14:creationId xmlns:p14="http://schemas.microsoft.com/office/powerpoint/2010/main" val="32427963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212A5-682E-01B5-0665-60FB0D9EEAC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A93CDF1-B39E-EBBC-BC66-3B96AB99DE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57DC1D-7A3B-C6A6-BCD6-5E7681475C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36B83BC-8A5E-20A0-64FE-395027125E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3A2F769-496B-377A-E779-4AE2A5679E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06C0E0A-8B34-B319-9B50-19E443BAC6A0}"/>
              </a:ext>
            </a:extLst>
          </p:cNvPr>
          <p:cNvSpPr>
            <a:spLocks noGrp="1"/>
          </p:cNvSpPr>
          <p:nvPr>
            <p:ph type="dt" sz="half" idx="10"/>
          </p:nvPr>
        </p:nvSpPr>
        <p:spPr/>
        <p:txBody>
          <a:bodyPr/>
          <a:lstStyle/>
          <a:p>
            <a:fld id="{A0A60C98-2C3F-4281-9CD4-DE709C9347AB}" type="datetimeFigureOut">
              <a:rPr lang="en-IN" smtClean="0"/>
              <a:t>12-01-2026</a:t>
            </a:fld>
            <a:endParaRPr lang="en-IN"/>
          </a:p>
        </p:txBody>
      </p:sp>
      <p:sp>
        <p:nvSpPr>
          <p:cNvPr id="8" name="Footer Placeholder 7">
            <a:extLst>
              <a:ext uri="{FF2B5EF4-FFF2-40B4-BE49-F238E27FC236}">
                <a16:creationId xmlns:a16="http://schemas.microsoft.com/office/drawing/2014/main" id="{FA7B70D4-9DCE-B8F1-166F-9569DFF01F1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8840C5B-46C6-E716-0F84-CD87BFA23563}"/>
              </a:ext>
            </a:extLst>
          </p:cNvPr>
          <p:cNvSpPr>
            <a:spLocks noGrp="1"/>
          </p:cNvSpPr>
          <p:nvPr>
            <p:ph type="sldNum" sz="quarter" idx="12"/>
          </p:nvPr>
        </p:nvSpPr>
        <p:spPr/>
        <p:txBody>
          <a:bodyPr/>
          <a:lstStyle/>
          <a:p>
            <a:fld id="{4FB6D908-41F4-4CCD-B5CB-8D00DBF4C5E4}" type="slidenum">
              <a:rPr lang="en-IN" smtClean="0"/>
              <a:t>‹#›</a:t>
            </a:fld>
            <a:endParaRPr lang="en-IN"/>
          </a:p>
        </p:txBody>
      </p:sp>
    </p:spTree>
    <p:extLst>
      <p:ext uri="{BB962C8B-B14F-4D97-AF65-F5344CB8AC3E}">
        <p14:creationId xmlns:p14="http://schemas.microsoft.com/office/powerpoint/2010/main" val="244634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C157C-0BB5-E615-CDBD-EE6725D982E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9A3D4D6-F2D5-7229-DBB6-E34A15BB111B}"/>
              </a:ext>
            </a:extLst>
          </p:cNvPr>
          <p:cNvSpPr>
            <a:spLocks noGrp="1"/>
          </p:cNvSpPr>
          <p:nvPr>
            <p:ph type="dt" sz="half" idx="10"/>
          </p:nvPr>
        </p:nvSpPr>
        <p:spPr/>
        <p:txBody>
          <a:bodyPr/>
          <a:lstStyle/>
          <a:p>
            <a:fld id="{A0A60C98-2C3F-4281-9CD4-DE709C9347AB}" type="datetimeFigureOut">
              <a:rPr lang="en-IN" smtClean="0"/>
              <a:t>12-01-2026</a:t>
            </a:fld>
            <a:endParaRPr lang="en-IN"/>
          </a:p>
        </p:txBody>
      </p:sp>
      <p:sp>
        <p:nvSpPr>
          <p:cNvPr id="4" name="Footer Placeholder 3">
            <a:extLst>
              <a:ext uri="{FF2B5EF4-FFF2-40B4-BE49-F238E27FC236}">
                <a16:creationId xmlns:a16="http://schemas.microsoft.com/office/drawing/2014/main" id="{2D69067C-7BCB-4279-C0EB-1085BFCFEA0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073850A-E0BD-D6BB-90C8-82F3E1FFBA81}"/>
              </a:ext>
            </a:extLst>
          </p:cNvPr>
          <p:cNvSpPr>
            <a:spLocks noGrp="1"/>
          </p:cNvSpPr>
          <p:nvPr>
            <p:ph type="sldNum" sz="quarter" idx="12"/>
          </p:nvPr>
        </p:nvSpPr>
        <p:spPr/>
        <p:txBody>
          <a:bodyPr/>
          <a:lstStyle/>
          <a:p>
            <a:fld id="{4FB6D908-41F4-4CCD-B5CB-8D00DBF4C5E4}" type="slidenum">
              <a:rPr lang="en-IN" smtClean="0"/>
              <a:t>‹#›</a:t>
            </a:fld>
            <a:endParaRPr lang="en-IN"/>
          </a:p>
        </p:txBody>
      </p:sp>
    </p:spTree>
    <p:extLst>
      <p:ext uri="{BB962C8B-B14F-4D97-AF65-F5344CB8AC3E}">
        <p14:creationId xmlns:p14="http://schemas.microsoft.com/office/powerpoint/2010/main" val="14086983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97DB25-87A2-21F7-A180-AFBABA185385}"/>
              </a:ext>
            </a:extLst>
          </p:cNvPr>
          <p:cNvSpPr>
            <a:spLocks noGrp="1"/>
          </p:cNvSpPr>
          <p:nvPr>
            <p:ph type="dt" sz="half" idx="10"/>
          </p:nvPr>
        </p:nvSpPr>
        <p:spPr/>
        <p:txBody>
          <a:bodyPr/>
          <a:lstStyle/>
          <a:p>
            <a:fld id="{A0A60C98-2C3F-4281-9CD4-DE709C9347AB}" type="datetimeFigureOut">
              <a:rPr lang="en-IN" smtClean="0"/>
              <a:t>12-01-2026</a:t>
            </a:fld>
            <a:endParaRPr lang="en-IN"/>
          </a:p>
        </p:txBody>
      </p:sp>
      <p:sp>
        <p:nvSpPr>
          <p:cNvPr id="3" name="Footer Placeholder 2">
            <a:extLst>
              <a:ext uri="{FF2B5EF4-FFF2-40B4-BE49-F238E27FC236}">
                <a16:creationId xmlns:a16="http://schemas.microsoft.com/office/drawing/2014/main" id="{BF970726-52C3-E6C0-656E-92BB83EF9D9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120B94F-6AEC-9FEB-E5E8-58A44C2020E4}"/>
              </a:ext>
            </a:extLst>
          </p:cNvPr>
          <p:cNvSpPr>
            <a:spLocks noGrp="1"/>
          </p:cNvSpPr>
          <p:nvPr>
            <p:ph type="sldNum" sz="quarter" idx="12"/>
          </p:nvPr>
        </p:nvSpPr>
        <p:spPr/>
        <p:txBody>
          <a:bodyPr/>
          <a:lstStyle/>
          <a:p>
            <a:fld id="{4FB6D908-41F4-4CCD-B5CB-8D00DBF4C5E4}" type="slidenum">
              <a:rPr lang="en-IN" smtClean="0"/>
              <a:t>‹#›</a:t>
            </a:fld>
            <a:endParaRPr lang="en-IN"/>
          </a:p>
        </p:txBody>
      </p:sp>
    </p:spTree>
    <p:extLst>
      <p:ext uri="{BB962C8B-B14F-4D97-AF65-F5344CB8AC3E}">
        <p14:creationId xmlns:p14="http://schemas.microsoft.com/office/powerpoint/2010/main" val="2936708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CCA69-2BBD-0034-51A7-C87081B87C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0C65FE7-251F-B648-A7B8-7766AAF617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642F4EC-52EC-0F64-3D0A-B4CB6BF64D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F17DC3-F829-5BBE-7E25-939565EF5E2E}"/>
              </a:ext>
            </a:extLst>
          </p:cNvPr>
          <p:cNvSpPr>
            <a:spLocks noGrp="1"/>
          </p:cNvSpPr>
          <p:nvPr>
            <p:ph type="dt" sz="half" idx="10"/>
          </p:nvPr>
        </p:nvSpPr>
        <p:spPr/>
        <p:txBody>
          <a:bodyPr/>
          <a:lstStyle/>
          <a:p>
            <a:fld id="{A0A60C98-2C3F-4281-9CD4-DE709C9347AB}" type="datetimeFigureOut">
              <a:rPr lang="en-IN" smtClean="0"/>
              <a:t>12-01-2026</a:t>
            </a:fld>
            <a:endParaRPr lang="en-IN"/>
          </a:p>
        </p:txBody>
      </p:sp>
      <p:sp>
        <p:nvSpPr>
          <p:cNvPr id="6" name="Footer Placeholder 5">
            <a:extLst>
              <a:ext uri="{FF2B5EF4-FFF2-40B4-BE49-F238E27FC236}">
                <a16:creationId xmlns:a16="http://schemas.microsoft.com/office/drawing/2014/main" id="{7CA4DCC6-5763-ABCC-8706-D61753F7D54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7DB8F5-D097-63D4-4E06-873E09278F89}"/>
              </a:ext>
            </a:extLst>
          </p:cNvPr>
          <p:cNvSpPr>
            <a:spLocks noGrp="1"/>
          </p:cNvSpPr>
          <p:nvPr>
            <p:ph type="sldNum" sz="quarter" idx="12"/>
          </p:nvPr>
        </p:nvSpPr>
        <p:spPr/>
        <p:txBody>
          <a:bodyPr/>
          <a:lstStyle/>
          <a:p>
            <a:fld id="{4FB6D908-41F4-4CCD-B5CB-8D00DBF4C5E4}" type="slidenum">
              <a:rPr lang="en-IN" smtClean="0"/>
              <a:t>‹#›</a:t>
            </a:fld>
            <a:endParaRPr lang="en-IN"/>
          </a:p>
        </p:txBody>
      </p:sp>
    </p:spTree>
    <p:extLst>
      <p:ext uri="{BB962C8B-B14F-4D97-AF65-F5344CB8AC3E}">
        <p14:creationId xmlns:p14="http://schemas.microsoft.com/office/powerpoint/2010/main" val="1303202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D49C1-FD00-E9CD-1AD9-CE833E6838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66521E7-1128-F423-99E1-C3D821BBBA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CE12D75-731F-18CC-315B-142A20199A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F65BBF-DA7B-EBE4-1E2C-6000CDEA0E35}"/>
              </a:ext>
            </a:extLst>
          </p:cNvPr>
          <p:cNvSpPr>
            <a:spLocks noGrp="1"/>
          </p:cNvSpPr>
          <p:nvPr>
            <p:ph type="dt" sz="half" idx="10"/>
          </p:nvPr>
        </p:nvSpPr>
        <p:spPr/>
        <p:txBody>
          <a:bodyPr/>
          <a:lstStyle/>
          <a:p>
            <a:fld id="{A0A60C98-2C3F-4281-9CD4-DE709C9347AB}" type="datetimeFigureOut">
              <a:rPr lang="en-IN" smtClean="0"/>
              <a:t>12-01-2026</a:t>
            </a:fld>
            <a:endParaRPr lang="en-IN"/>
          </a:p>
        </p:txBody>
      </p:sp>
      <p:sp>
        <p:nvSpPr>
          <p:cNvPr id="6" name="Footer Placeholder 5">
            <a:extLst>
              <a:ext uri="{FF2B5EF4-FFF2-40B4-BE49-F238E27FC236}">
                <a16:creationId xmlns:a16="http://schemas.microsoft.com/office/drawing/2014/main" id="{373743AF-75E6-7FA5-F2E9-146658198DA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0199DA9-FB9B-EC54-D8ED-B80D8DB02D1B}"/>
              </a:ext>
            </a:extLst>
          </p:cNvPr>
          <p:cNvSpPr>
            <a:spLocks noGrp="1"/>
          </p:cNvSpPr>
          <p:nvPr>
            <p:ph type="sldNum" sz="quarter" idx="12"/>
          </p:nvPr>
        </p:nvSpPr>
        <p:spPr/>
        <p:txBody>
          <a:bodyPr/>
          <a:lstStyle/>
          <a:p>
            <a:fld id="{4FB6D908-41F4-4CCD-B5CB-8D00DBF4C5E4}" type="slidenum">
              <a:rPr lang="en-IN" smtClean="0"/>
              <a:t>‹#›</a:t>
            </a:fld>
            <a:endParaRPr lang="en-IN"/>
          </a:p>
        </p:txBody>
      </p:sp>
    </p:spTree>
    <p:extLst>
      <p:ext uri="{BB962C8B-B14F-4D97-AF65-F5344CB8AC3E}">
        <p14:creationId xmlns:p14="http://schemas.microsoft.com/office/powerpoint/2010/main" val="4000641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B21BB-0964-8225-27EA-C2A6663E5C6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233E2F3-329E-4405-FA46-AE765301A6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2EBCF3-D6D6-883F-A63B-48394541A8F4}"/>
              </a:ext>
            </a:extLst>
          </p:cNvPr>
          <p:cNvSpPr>
            <a:spLocks noGrp="1"/>
          </p:cNvSpPr>
          <p:nvPr>
            <p:ph type="dt" sz="half" idx="10"/>
          </p:nvPr>
        </p:nvSpPr>
        <p:spPr/>
        <p:txBody>
          <a:bodyPr/>
          <a:lstStyle/>
          <a:p>
            <a:fld id="{A0A60C98-2C3F-4281-9CD4-DE709C9347AB}" type="datetimeFigureOut">
              <a:rPr lang="en-IN" smtClean="0"/>
              <a:t>12-01-2026</a:t>
            </a:fld>
            <a:endParaRPr lang="en-IN"/>
          </a:p>
        </p:txBody>
      </p:sp>
      <p:sp>
        <p:nvSpPr>
          <p:cNvPr id="5" name="Footer Placeholder 4">
            <a:extLst>
              <a:ext uri="{FF2B5EF4-FFF2-40B4-BE49-F238E27FC236}">
                <a16:creationId xmlns:a16="http://schemas.microsoft.com/office/drawing/2014/main" id="{04379217-FBBD-95C7-636E-96B8E07F6A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430ACA-2E83-FAE4-7BA8-5C747495D379}"/>
              </a:ext>
            </a:extLst>
          </p:cNvPr>
          <p:cNvSpPr>
            <a:spLocks noGrp="1"/>
          </p:cNvSpPr>
          <p:nvPr>
            <p:ph type="sldNum" sz="quarter" idx="12"/>
          </p:nvPr>
        </p:nvSpPr>
        <p:spPr/>
        <p:txBody>
          <a:bodyPr/>
          <a:lstStyle/>
          <a:p>
            <a:fld id="{4FB6D908-41F4-4CCD-B5CB-8D00DBF4C5E4}" type="slidenum">
              <a:rPr lang="en-IN" smtClean="0"/>
              <a:t>‹#›</a:t>
            </a:fld>
            <a:endParaRPr lang="en-IN"/>
          </a:p>
        </p:txBody>
      </p:sp>
    </p:spTree>
    <p:extLst>
      <p:ext uri="{BB962C8B-B14F-4D97-AF65-F5344CB8AC3E}">
        <p14:creationId xmlns:p14="http://schemas.microsoft.com/office/powerpoint/2010/main" val="11926134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260511-957C-886F-A204-11D8744810D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E3C0DF-A163-33D1-841F-9C41820F354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6D145A-633F-64A9-CC7D-BEB23699FB64}"/>
              </a:ext>
            </a:extLst>
          </p:cNvPr>
          <p:cNvSpPr>
            <a:spLocks noGrp="1"/>
          </p:cNvSpPr>
          <p:nvPr>
            <p:ph type="dt" sz="half" idx="10"/>
          </p:nvPr>
        </p:nvSpPr>
        <p:spPr/>
        <p:txBody>
          <a:bodyPr/>
          <a:lstStyle/>
          <a:p>
            <a:fld id="{A0A60C98-2C3F-4281-9CD4-DE709C9347AB}" type="datetimeFigureOut">
              <a:rPr lang="en-IN" smtClean="0"/>
              <a:t>12-01-2026</a:t>
            </a:fld>
            <a:endParaRPr lang="en-IN"/>
          </a:p>
        </p:txBody>
      </p:sp>
      <p:sp>
        <p:nvSpPr>
          <p:cNvPr id="5" name="Footer Placeholder 4">
            <a:extLst>
              <a:ext uri="{FF2B5EF4-FFF2-40B4-BE49-F238E27FC236}">
                <a16:creationId xmlns:a16="http://schemas.microsoft.com/office/drawing/2014/main" id="{034CFCE9-494A-F8F2-9693-067A9EA984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758844-2811-2790-280F-55AFE999D3C8}"/>
              </a:ext>
            </a:extLst>
          </p:cNvPr>
          <p:cNvSpPr>
            <a:spLocks noGrp="1"/>
          </p:cNvSpPr>
          <p:nvPr>
            <p:ph type="sldNum" sz="quarter" idx="12"/>
          </p:nvPr>
        </p:nvSpPr>
        <p:spPr/>
        <p:txBody>
          <a:bodyPr/>
          <a:lstStyle/>
          <a:p>
            <a:fld id="{4FB6D908-41F4-4CCD-B5CB-8D00DBF4C5E4}" type="slidenum">
              <a:rPr lang="en-IN" smtClean="0"/>
              <a:t>‹#›</a:t>
            </a:fld>
            <a:endParaRPr lang="en-IN"/>
          </a:p>
        </p:txBody>
      </p:sp>
    </p:spTree>
    <p:extLst>
      <p:ext uri="{BB962C8B-B14F-4D97-AF65-F5344CB8AC3E}">
        <p14:creationId xmlns:p14="http://schemas.microsoft.com/office/powerpoint/2010/main" val="25132020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_layou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2FCFEFD-88E5-4869-B5C3-1611B0B50E15}"/>
              </a:ext>
            </a:extLst>
          </p:cNvPr>
          <p:cNvSpPr>
            <a:spLocks noGrp="1"/>
          </p:cNvSpPr>
          <p:nvPr>
            <p:ph type="title" hasCustomPrompt="1"/>
          </p:nvPr>
        </p:nvSpPr>
        <p:spPr>
          <a:xfrm>
            <a:off x="588263" y="457200"/>
            <a:ext cx="11018520" cy="553998"/>
          </a:xfrm>
        </p:spPr>
        <p:txBody>
          <a:bodyPr/>
          <a:lstStyle>
            <a:lvl1pPr>
              <a:lnSpc>
                <a:spcPct val="100000"/>
              </a:lnSpc>
              <a:defRPr sz="3600">
                <a:solidFill>
                  <a:srgbClr val="2A446F"/>
                </a:solidFill>
              </a:defRPr>
            </a:lvl1pPr>
          </a:lstStyle>
          <a:p>
            <a:r>
              <a:rPr lang="en-US"/>
              <a:t>Click to edit title style</a:t>
            </a:r>
          </a:p>
        </p:txBody>
      </p:sp>
      <p:sp>
        <p:nvSpPr>
          <p:cNvPr id="4" name="Subtitle">
            <a:extLst>
              <a:ext uri="{FF2B5EF4-FFF2-40B4-BE49-F238E27FC236}">
                <a16:creationId xmlns:a16="http://schemas.microsoft.com/office/drawing/2014/main" id="{58A212C2-8B30-4835-8711-AA981B6CFBE1}"/>
              </a:ext>
            </a:extLst>
          </p:cNvPr>
          <p:cNvSpPr>
            <a:spLocks noGrp="1"/>
          </p:cNvSpPr>
          <p:nvPr>
            <p:ph sz="quarter" idx="10" hasCustomPrompt="1"/>
          </p:nvPr>
        </p:nvSpPr>
        <p:spPr>
          <a:xfrm>
            <a:off x="584200" y="1435100"/>
            <a:ext cx="11018838" cy="1612749"/>
          </a:xfrm>
        </p:spPr>
        <p:txBody>
          <a:bodyPr/>
          <a:lstStyle>
            <a:lvl1pPr>
              <a:defRPr sz="28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0900409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D12138-18B2-C144-B736-D405C3EEAD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81537AB-2623-D1B7-5889-F75446CDE7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75D3A7-6690-3E65-C722-59BF4FEB97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A60C98-2C3F-4281-9CD4-DE709C9347AB}" type="datetimeFigureOut">
              <a:rPr lang="en-IN" smtClean="0"/>
              <a:t>12-01-2026</a:t>
            </a:fld>
            <a:endParaRPr lang="en-IN"/>
          </a:p>
        </p:txBody>
      </p:sp>
      <p:sp>
        <p:nvSpPr>
          <p:cNvPr id="5" name="Footer Placeholder 4">
            <a:extLst>
              <a:ext uri="{FF2B5EF4-FFF2-40B4-BE49-F238E27FC236}">
                <a16:creationId xmlns:a16="http://schemas.microsoft.com/office/drawing/2014/main" id="{2DA6E51F-D2FA-84CB-2E16-2C35203C83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8DE1FE6-9DDD-86C2-0943-23CC8E23C0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FB6D908-41F4-4CCD-B5CB-8D00DBF4C5E4}" type="slidenum">
              <a:rPr lang="en-IN" smtClean="0"/>
              <a:t>‹#›</a:t>
            </a:fld>
            <a:endParaRPr lang="en-IN"/>
          </a:p>
        </p:txBody>
      </p:sp>
    </p:spTree>
    <p:extLst>
      <p:ext uri="{BB962C8B-B14F-4D97-AF65-F5344CB8AC3E}">
        <p14:creationId xmlns:p14="http://schemas.microsoft.com/office/powerpoint/2010/main" val="37217910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AB218-9923-CDEB-EE9B-67A5663C4FC7}"/>
              </a:ext>
            </a:extLst>
          </p:cNvPr>
          <p:cNvSpPr>
            <a:spLocks noGrp="1"/>
          </p:cNvSpPr>
          <p:nvPr>
            <p:ph type="ctrTitle"/>
          </p:nvPr>
        </p:nvSpPr>
        <p:spPr>
          <a:xfrm>
            <a:off x="1524000" y="2970213"/>
            <a:ext cx="9144000" cy="2387600"/>
          </a:xfrm>
        </p:spPr>
        <p:txBody>
          <a:bodyPr/>
          <a:lstStyle/>
          <a:p>
            <a:r>
              <a:rPr lang="en-US" dirty="0"/>
              <a:t>Apache Spark Operations</a:t>
            </a:r>
            <a:endParaRPr lang="en-IN" dirty="0"/>
          </a:p>
        </p:txBody>
      </p:sp>
      <p:pic>
        <p:nvPicPr>
          <p:cNvPr id="1026" name="Picture 2" descr="Apache Spark - Wikipedia">
            <a:extLst>
              <a:ext uri="{FF2B5EF4-FFF2-40B4-BE49-F238E27FC236}">
                <a16:creationId xmlns:a16="http://schemas.microsoft.com/office/drawing/2014/main" id="{06D8FFE8-3A9C-0CEC-C70A-ABCAA1476B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7975" y="382712"/>
            <a:ext cx="6496050" cy="3374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6739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209862" y="171294"/>
            <a:ext cx="11018520" cy="307777"/>
          </a:xfrm>
        </p:spPr>
        <p:txBody>
          <a:bodyPr>
            <a:normAutofit fontScale="90000"/>
          </a:bodyPr>
          <a:lstStyle>
            <a:lvl1pPr>
              <a:lnSpc>
                <a:spcPct val="100000"/>
              </a:lnSpc>
              <a:defRPr sz="3600">
                <a:solidFill>
                  <a:srgbClr val="2A446F"/>
                </a:solidFill>
              </a:defRPr>
            </a:lvl1pPr>
          </a:lstStyle>
          <a:p>
            <a:pPr algn="l">
              <a:spcBef>
                <a:spcPts val="2400"/>
              </a:spcBef>
              <a:spcAft>
                <a:spcPts val="900"/>
              </a:spcAft>
            </a:pPr>
            <a:r>
              <a:rPr lang="en-US" sz="2000" b="1" i="0" dirty="0">
                <a:solidFill>
                  <a:srgbClr val="161616"/>
                </a:solidFill>
                <a:effectLst/>
                <a:latin typeface="Segoe UI" panose="020B0502040204020203" pitchFamily="34" charset="0"/>
              </a:rPr>
              <a:t>How Databricks CSP manages cluster resources ( Driver and Worker Nodes)</a:t>
            </a:r>
          </a:p>
        </p:txBody>
      </p:sp>
      <p:sp>
        <p:nvSpPr>
          <p:cNvPr id="3" name="Subtitle"/>
          <p:cNvSpPr>
            <a:spLocks noGrp="1"/>
          </p:cNvSpPr>
          <p:nvPr>
            <p:ph sz="quarter" idx="10" hasCustomPrompt="1"/>
          </p:nvPr>
        </p:nvSpPr>
        <p:spPr>
          <a:xfrm>
            <a:off x="209862" y="574822"/>
            <a:ext cx="11396921" cy="2456057"/>
          </a:xfrm>
        </p:spPr>
        <p:txBody>
          <a:bodyPr>
            <a:normAutofit fontScale="85000" lnSpcReduction="20000"/>
          </a:bodyPr>
          <a:lstStyle>
            <a:lvl1pPr>
              <a:defRPr sz="28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a:buFont typeface="Wingdings" panose="05000000000000000000" pitchFamily="2" charset="2"/>
              <a:buChar char="Ø"/>
            </a:pPr>
            <a:r>
              <a:rPr lang="en-US" sz="1400" b="1" dirty="0"/>
              <a:t>Cluster architecture consists of </a:t>
            </a:r>
            <a:r>
              <a:rPr lang="en-US" sz="1400" b="1" i="1" dirty="0"/>
              <a:t>driver</a:t>
            </a:r>
            <a:r>
              <a:rPr lang="en-US" sz="1400" b="1" dirty="0"/>
              <a:t> and </a:t>
            </a:r>
            <a:r>
              <a:rPr lang="en-US" sz="1400" b="1" i="1" dirty="0"/>
              <a:t>worker </a:t>
            </a:r>
            <a:r>
              <a:rPr lang="en-US" sz="1400" b="1" dirty="0"/>
              <a:t>nodes:</a:t>
            </a:r>
          </a:p>
          <a:p>
            <a:pPr>
              <a:buFont typeface="Wingdings" panose="05000000000000000000" pitchFamily="2" charset="2"/>
              <a:buChar char="Ø"/>
            </a:pPr>
            <a:r>
              <a:rPr lang="en-US" sz="1400" b="0" i="0" dirty="0">
                <a:solidFill>
                  <a:srgbClr val="161616"/>
                </a:solidFill>
                <a:effectLst/>
                <a:latin typeface="Segoe UI" panose="020B0502040204020203" pitchFamily="34" charset="0"/>
              </a:rPr>
              <a:t> The driver node sends work to the worker nodes and instructs them to pull data from a specified data source.</a:t>
            </a:r>
            <a:endParaRPr lang="en-US" sz="1400" b="1" i="0" dirty="0">
              <a:solidFill>
                <a:srgbClr val="161616"/>
              </a:solidFill>
              <a:effectLst/>
              <a:latin typeface="Segoe UI" panose="020B0502040204020203" pitchFamily="34" charset="0"/>
            </a:endParaRPr>
          </a:p>
          <a:p>
            <a:pPr>
              <a:buFont typeface="Wingdings" panose="05000000000000000000" pitchFamily="2" charset="2"/>
              <a:buChar char="Ø"/>
            </a:pPr>
            <a:r>
              <a:rPr lang="en-US" sz="1400" b="0" i="0" dirty="0">
                <a:solidFill>
                  <a:srgbClr val="161616"/>
                </a:solidFill>
                <a:effectLst/>
                <a:latin typeface="Segoe UI" panose="020B0502040204020203" pitchFamily="34" charset="0"/>
              </a:rPr>
              <a:t>This driver program contains the main loop for the program and creates distributed datasets on the cluster, then applies operations to those datasets. Driver programs access Apache Spark through a </a:t>
            </a:r>
            <a:r>
              <a:rPr lang="en-US" sz="1400" b="0" i="1" dirty="0" err="1">
                <a:solidFill>
                  <a:srgbClr val="161616"/>
                </a:solidFill>
                <a:effectLst/>
                <a:latin typeface="Segoe UI" panose="020B0502040204020203" pitchFamily="34" charset="0"/>
              </a:rPr>
              <a:t>SparkSession</a:t>
            </a:r>
            <a:r>
              <a:rPr lang="en-US" sz="1400" b="0" i="0" dirty="0">
                <a:solidFill>
                  <a:srgbClr val="161616"/>
                </a:solidFill>
                <a:effectLst/>
                <a:latin typeface="Segoe UI" panose="020B0502040204020203" pitchFamily="34" charset="0"/>
              </a:rPr>
              <a:t> object regardless of deployment location.</a:t>
            </a:r>
            <a:endParaRPr lang="en-US" sz="1400" b="1" i="0" dirty="0">
              <a:solidFill>
                <a:srgbClr val="161616"/>
              </a:solidFill>
              <a:effectLst/>
              <a:latin typeface="Segoe UI" panose="020B0502040204020203" pitchFamily="34" charset="0"/>
            </a:endParaRPr>
          </a:p>
          <a:p>
            <a:pPr>
              <a:buFont typeface="Wingdings" panose="05000000000000000000" pitchFamily="2" charset="2"/>
              <a:buChar char="Ø"/>
            </a:pPr>
            <a:r>
              <a:rPr lang="en-US" sz="1400" b="1" dirty="0">
                <a:solidFill>
                  <a:schemeClr val="tx2">
                    <a:lumMod val="50000"/>
                    <a:lumOff val="50000"/>
                  </a:schemeClr>
                </a:solidFill>
              </a:rPr>
              <a:t>Driver program </a:t>
            </a:r>
            <a:r>
              <a:rPr lang="en-US" sz="1400" dirty="0"/>
              <a:t>coordinates the overall distributed work using a </a:t>
            </a:r>
            <a:r>
              <a:rPr lang="en-US" sz="1400" i="1" dirty="0" err="1"/>
              <a:t>SparkSession</a:t>
            </a:r>
            <a:r>
              <a:rPr lang="en-US" sz="1400" dirty="0"/>
              <a:t> object</a:t>
            </a:r>
          </a:p>
          <a:p>
            <a:pPr lvl="1">
              <a:buFont typeface="Wingdings" panose="05000000000000000000" pitchFamily="2" charset="2"/>
              <a:buChar char="Ø"/>
            </a:pPr>
            <a:endParaRPr lang="en-US" dirty="0"/>
          </a:p>
          <a:p>
            <a:pPr lvl="1">
              <a:buFont typeface="Wingdings" panose="05000000000000000000" pitchFamily="2" charset="2"/>
              <a:buChar char="Ø"/>
            </a:pPr>
            <a:r>
              <a:rPr lang="en-US" b="0" i="0" dirty="0">
                <a:solidFill>
                  <a:srgbClr val="FF0000"/>
                </a:solidFill>
                <a:effectLst/>
                <a:latin typeface="Segoe UI" panose="020B0502040204020203" pitchFamily="34" charset="0"/>
              </a:rPr>
              <a:t>Work</a:t>
            </a:r>
            <a:r>
              <a:rPr lang="en-US" b="0" i="0" dirty="0">
                <a:solidFill>
                  <a:srgbClr val="161616"/>
                </a:solidFill>
                <a:effectLst/>
                <a:latin typeface="Segoe UI" panose="020B0502040204020203" pitchFamily="34" charset="0"/>
              </a:rPr>
              <a:t> submitted to the cluster is split into as many independent </a:t>
            </a:r>
            <a:r>
              <a:rPr lang="en-US" b="0" i="0" dirty="0">
                <a:solidFill>
                  <a:srgbClr val="FF0000"/>
                </a:solidFill>
                <a:effectLst/>
                <a:latin typeface="Segoe UI" panose="020B0502040204020203" pitchFamily="34" charset="0"/>
              </a:rPr>
              <a:t>jobs</a:t>
            </a:r>
            <a:r>
              <a:rPr lang="en-US" b="0" i="0" dirty="0">
                <a:solidFill>
                  <a:srgbClr val="161616"/>
                </a:solidFill>
                <a:effectLst/>
                <a:latin typeface="Segoe UI" panose="020B0502040204020203" pitchFamily="34" charset="0"/>
              </a:rPr>
              <a:t> as needed. This is how work is distributed across the Cluster's nodes. Jobs are further subdivided into </a:t>
            </a:r>
            <a:r>
              <a:rPr lang="en-US" b="1" i="0" dirty="0">
                <a:solidFill>
                  <a:srgbClr val="FF0000"/>
                </a:solidFill>
                <a:effectLst/>
                <a:latin typeface="Segoe UI" panose="020B0502040204020203" pitchFamily="34" charset="0"/>
              </a:rPr>
              <a:t>tasks</a:t>
            </a:r>
            <a:r>
              <a:rPr lang="en-US" b="0" i="0" dirty="0">
                <a:solidFill>
                  <a:srgbClr val="161616"/>
                </a:solidFill>
                <a:effectLst/>
                <a:latin typeface="Segoe UI" panose="020B0502040204020203" pitchFamily="34" charset="0"/>
              </a:rPr>
              <a:t>. </a:t>
            </a:r>
          </a:p>
          <a:p>
            <a:pPr lvl="1">
              <a:buFont typeface="Wingdings" panose="05000000000000000000" pitchFamily="2" charset="2"/>
              <a:buChar char="Ø"/>
            </a:pPr>
            <a:r>
              <a:rPr lang="en-US" b="0" i="0" dirty="0">
                <a:solidFill>
                  <a:srgbClr val="161616"/>
                </a:solidFill>
                <a:effectLst/>
                <a:latin typeface="Segoe UI" panose="020B0502040204020203" pitchFamily="34" charset="0"/>
              </a:rPr>
              <a:t>These partitions are the unit of work for each slot.</a:t>
            </a:r>
            <a:endParaRPr lang="en-US" dirty="0"/>
          </a:p>
          <a:p>
            <a:pPr lvl="1">
              <a:buFont typeface="Wingdings" panose="05000000000000000000" pitchFamily="2" charset="2"/>
              <a:buChar char="Ø"/>
            </a:pPr>
            <a:r>
              <a:rPr lang="en-US" b="1" dirty="0">
                <a:solidFill>
                  <a:schemeClr val="tx2">
                    <a:lumMod val="50000"/>
                    <a:lumOff val="50000"/>
                  </a:schemeClr>
                </a:solidFill>
              </a:rPr>
              <a:t>Workers process </a:t>
            </a:r>
            <a:r>
              <a:rPr lang="en-US" dirty="0"/>
              <a:t>subsets of the data in parallel</a:t>
            </a:r>
            <a:endParaRPr lang="en-US" sz="1600" dirty="0"/>
          </a:p>
        </p:txBody>
      </p:sp>
      <p:pic>
        <p:nvPicPr>
          <p:cNvPr id="5" name="Picture 4" descr="Image showing parallelized processing where there is a driver that sends work to worker nodes.  There is one driver in the image and four workers that all perform tasks.  ">
            <a:extLst>
              <a:ext uri="{FF2B5EF4-FFF2-40B4-BE49-F238E27FC236}">
                <a16:creationId xmlns:a16="http://schemas.microsoft.com/office/drawing/2014/main" id="{B09340C6-CCA0-4975-FDF9-E51CDB5D34DB}"/>
              </a:ext>
            </a:extLst>
          </p:cNvPr>
          <p:cNvPicPr>
            <a:picLocks noChangeAspect="1"/>
          </p:cNvPicPr>
          <p:nvPr/>
        </p:nvPicPr>
        <p:blipFill>
          <a:blip r:embed="rId3"/>
          <a:stretch>
            <a:fillRect/>
          </a:stretch>
        </p:blipFill>
        <p:spPr>
          <a:xfrm>
            <a:off x="1932971" y="3880342"/>
            <a:ext cx="9078426" cy="2647874"/>
          </a:xfrm>
          <a:prstGeom prst="rect">
            <a:avLst/>
          </a:prstGeom>
        </p:spPr>
      </p:pic>
      <p:sp>
        <p:nvSpPr>
          <p:cNvPr id="6" name="TextBox 5">
            <a:extLst>
              <a:ext uri="{FF2B5EF4-FFF2-40B4-BE49-F238E27FC236}">
                <a16:creationId xmlns:a16="http://schemas.microsoft.com/office/drawing/2014/main" id="{BC620B05-1B7A-5006-0553-A4B7E481D055}"/>
              </a:ext>
            </a:extLst>
          </p:cNvPr>
          <p:cNvSpPr txBox="1"/>
          <p:nvPr/>
        </p:nvSpPr>
        <p:spPr>
          <a:xfrm>
            <a:off x="7303958" y="3533017"/>
            <a:ext cx="3818744" cy="738664"/>
          </a:xfrm>
          <a:prstGeom prst="rect">
            <a:avLst/>
          </a:prstGeom>
          <a:noFill/>
        </p:spPr>
        <p:txBody>
          <a:bodyPr wrap="square">
            <a:spAutoFit/>
          </a:bodyPr>
          <a:lstStyle/>
          <a:p>
            <a:r>
              <a:rPr lang="en-US" sz="1400" dirty="0"/>
              <a:t>Driver program contains the main loop for the program and creates distributed datasets on the cluster</a:t>
            </a:r>
          </a:p>
        </p:txBody>
      </p:sp>
      <p:sp>
        <p:nvSpPr>
          <p:cNvPr id="8" name="TextBox 7">
            <a:extLst>
              <a:ext uri="{FF2B5EF4-FFF2-40B4-BE49-F238E27FC236}">
                <a16:creationId xmlns:a16="http://schemas.microsoft.com/office/drawing/2014/main" id="{CF30857E-BBA9-014A-7C47-01D677E81CF9}"/>
              </a:ext>
            </a:extLst>
          </p:cNvPr>
          <p:cNvSpPr txBox="1"/>
          <p:nvPr/>
        </p:nvSpPr>
        <p:spPr>
          <a:xfrm>
            <a:off x="209862" y="5349432"/>
            <a:ext cx="1407923" cy="923330"/>
          </a:xfrm>
          <a:prstGeom prst="rect">
            <a:avLst/>
          </a:prstGeom>
          <a:noFill/>
          <a:ln>
            <a:solidFill>
              <a:schemeClr val="bg2">
                <a:lumMod val="50000"/>
              </a:schemeClr>
            </a:solidFill>
          </a:ln>
        </p:spPr>
        <p:txBody>
          <a:bodyPr wrap="square">
            <a:spAutoFit/>
          </a:bodyPr>
          <a:lstStyle/>
          <a:p>
            <a:r>
              <a:rPr lang="en-US" dirty="0"/>
              <a:t>Your CSP manages the cluster</a:t>
            </a:r>
            <a:endParaRPr lang="en-IN" dirty="0"/>
          </a:p>
        </p:txBody>
      </p:sp>
      <p:sp>
        <p:nvSpPr>
          <p:cNvPr id="7" name="TextBox 6">
            <a:extLst>
              <a:ext uri="{FF2B5EF4-FFF2-40B4-BE49-F238E27FC236}">
                <a16:creationId xmlns:a16="http://schemas.microsoft.com/office/drawing/2014/main" id="{8277DFA4-6919-073F-71EC-FA3A567C4ADB}"/>
              </a:ext>
            </a:extLst>
          </p:cNvPr>
          <p:cNvSpPr txBox="1"/>
          <p:nvPr/>
        </p:nvSpPr>
        <p:spPr>
          <a:xfrm>
            <a:off x="10400902" y="4346606"/>
            <a:ext cx="1503574" cy="1015663"/>
          </a:xfrm>
          <a:prstGeom prst="rect">
            <a:avLst/>
          </a:prstGeom>
          <a:noFill/>
          <a:ln>
            <a:solidFill>
              <a:schemeClr val="accent1"/>
            </a:solidFill>
          </a:ln>
        </p:spPr>
        <p:txBody>
          <a:bodyPr wrap="square">
            <a:spAutoFit/>
          </a:bodyPr>
          <a:lstStyle/>
          <a:p>
            <a:r>
              <a:rPr lang="en-IN" sz="1200" dirty="0"/>
              <a:t> May be one instance per node. Depends on No. of Nodes…</a:t>
            </a:r>
            <a:r>
              <a:rPr lang="en-IN" sz="1200" b="0" i="0" dirty="0">
                <a:solidFill>
                  <a:srgbClr val="161616"/>
                </a:solidFill>
                <a:effectLst/>
                <a:latin typeface="Segoe UI" panose="020B0502040204020203" pitchFamily="34" charset="0"/>
              </a:rPr>
              <a:t>parallelization is the </a:t>
            </a:r>
            <a:r>
              <a:rPr lang="en-IN" sz="1200" b="0" i="1" dirty="0">
                <a:solidFill>
                  <a:srgbClr val="FF0000"/>
                </a:solidFill>
                <a:effectLst/>
                <a:latin typeface="Segoe UI" panose="020B0502040204020203" pitchFamily="34" charset="0"/>
              </a:rPr>
              <a:t>slot</a:t>
            </a:r>
            <a:r>
              <a:rPr lang="en-IN" sz="1200" b="0" i="0" dirty="0">
                <a:solidFill>
                  <a:srgbClr val="161616"/>
                </a:solidFill>
                <a:effectLst/>
                <a:latin typeface="Segoe UI" panose="020B0502040204020203" pitchFamily="34" charset="0"/>
              </a:rPr>
              <a:t> </a:t>
            </a:r>
            <a:endParaRPr lang="en-IN" sz="1200" dirty="0"/>
          </a:p>
        </p:txBody>
      </p:sp>
      <p:cxnSp>
        <p:nvCxnSpPr>
          <p:cNvPr id="12" name="Straight Arrow Connector 11">
            <a:extLst>
              <a:ext uri="{FF2B5EF4-FFF2-40B4-BE49-F238E27FC236}">
                <a16:creationId xmlns:a16="http://schemas.microsoft.com/office/drawing/2014/main" id="{60F57E62-CF5B-8435-2172-019C60FC67B0}"/>
              </a:ext>
            </a:extLst>
          </p:cNvPr>
          <p:cNvCxnSpPr>
            <a:cxnSpLocks/>
          </p:cNvCxnSpPr>
          <p:nvPr/>
        </p:nvCxnSpPr>
        <p:spPr>
          <a:xfrm flipH="1">
            <a:off x="5655212" y="4800192"/>
            <a:ext cx="4603817" cy="1277051"/>
          </a:xfrm>
          <a:prstGeom prst="straightConnector1">
            <a:avLst/>
          </a:prstGeom>
          <a:ln w="38100">
            <a:solidFill>
              <a:schemeClr val="bg2">
                <a:lumMod val="50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D1C2850E-D5FB-4D1E-6302-4A23BE8DDBD2}"/>
              </a:ext>
            </a:extLst>
          </p:cNvPr>
          <p:cNvCxnSpPr>
            <a:cxnSpLocks/>
          </p:cNvCxnSpPr>
          <p:nvPr/>
        </p:nvCxnSpPr>
        <p:spPr>
          <a:xfrm>
            <a:off x="3460652" y="2729132"/>
            <a:ext cx="1209822" cy="3235570"/>
          </a:xfrm>
          <a:prstGeom prst="straightConnector1">
            <a:avLst/>
          </a:prstGeom>
          <a:ln w="38100">
            <a:solidFill>
              <a:schemeClr val="bg2">
                <a:lumMod val="50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8E765895-0B97-C5F2-5495-CE8FCA01768E}"/>
              </a:ext>
            </a:extLst>
          </p:cNvPr>
          <p:cNvSpPr txBox="1"/>
          <p:nvPr/>
        </p:nvSpPr>
        <p:spPr>
          <a:xfrm>
            <a:off x="345704" y="3584569"/>
            <a:ext cx="3114948" cy="907171"/>
          </a:xfrm>
          <a:prstGeom prst="rect">
            <a:avLst/>
          </a:prstGeom>
          <a:noFill/>
        </p:spPr>
        <p:txBody>
          <a:bodyPr wrap="square">
            <a:spAutoFit/>
          </a:bodyPr>
          <a:lstStyle/>
          <a:p>
            <a:r>
              <a:rPr lang="en-US" b="1" dirty="0"/>
              <a:t>In Databricks, the </a:t>
            </a:r>
            <a:r>
              <a:rPr lang="en-US" b="1" dirty="0">
                <a:solidFill>
                  <a:schemeClr val="tx2">
                    <a:lumMod val="50000"/>
                    <a:lumOff val="50000"/>
                  </a:schemeClr>
                </a:solidFill>
              </a:rPr>
              <a:t>notebook interface</a:t>
            </a:r>
            <a:r>
              <a:rPr lang="en-US" b="1" dirty="0"/>
              <a:t> is typically the driver program.</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ACB9B-A54C-A44D-9F1D-20D7EE47BA52}"/>
              </a:ext>
            </a:extLst>
          </p:cNvPr>
          <p:cNvSpPr>
            <a:spLocks noGrp="1"/>
          </p:cNvSpPr>
          <p:nvPr>
            <p:ph type="title"/>
          </p:nvPr>
        </p:nvSpPr>
        <p:spPr>
          <a:xfrm>
            <a:off x="838200" y="-241050"/>
            <a:ext cx="10515600" cy="1325563"/>
          </a:xfrm>
        </p:spPr>
        <p:txBody>
          <a:bodyPr/>
          <a:lstStyle/>
          <a:p>
            <a:pPr algn="ctr"/>
            <a:r>
              <a:rPr lang="en-US" dirty="0"/>
              <a:t>Spark APIs and Libraries</a:t>
            </a:r>
            <a:endParaRPr lang="en-IN" dirty="0"/>
          </a:p>
        </p:txBody>
      </p:sp>
      <p:pic>
        <p:nvPicPr>
          <p:cNvPr id="4" name="Picture 2" descr="Advent of 2020, Day 22 – Using Spark SQL and DataFrames in Azure Databricks  | TomazTsql">
            <a:extLst>
              <a:ext uri="{FF2B5EF4-FFF2-40B4-BE49-F238E27FC236}">
                <a16:creationId xmlns:a16="http://schemas.microsoft.com/office/drawing/2014/main" id="{CAA07EF3-9ACC-B42B-2246-0386586EAFB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29308" y="1680170"/>
            <a:ext cx="8533383" cy="433741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9BB54BF-F7B6-BA71-6598-781450066173}"/>
              </a:ext>
            </a:extLst>
          </p:cNvPr>
          <p:cNvSpPr txBox="1"/>
          <p:nvPr/>
        </p:nvSpPr>
        <p:spPr>
          <a:xfrm>
            <a:off x="3450150" y="773390"/>
            <a:ext cx="3041150" cy="830997"/>
          </a:xfrm>
          <a:prstGeom prst="rect">
            <a:avLst/>
          </a:prstGeom>
          <a:noFill/>
        </p:spPr>
        <p:txBody>
          <a:bodyPr wrap="square" rtlCol="0">
            <a:spAutoFit/>
          </a:bodyPr>
          <a:lstStyle/>
          <a:p>
            <a:pPr algn="ctr"/>
            <a:r>
              <a:rPr lang="en-US" sz="1600" dirty="0"/>
              <a:t>Processes real-time data streams and supports Kafka, event hubs, file streams etc.</a:t>
            </a:r>
            <a:endParaRPr lang="en-IN" sz="1600" dirty="0"/>
          </a:p>
        </p:txBody>
      </p:sp>
      <p:sp>
        <p:nvSpPr>
          <p:cNvPr id="6" name="Oval 5">
            <a:extLst>
              <a:ext uri="{FF2B5EF4-FFF2-40B4-BE49-F238E27FC236}">
                <a16:creationId xmlns:a16="http://schemas.microsoft.com/office/drawing/2014/main" id="{8688560D-657F-5BC5-5887-295B12574AE6}"/>
              </a:ext>
            </a:extLst>
          </p:cNvPr>
          <p:cNvSpPr/>
          <p:nvPr/>
        </p:nvSpPr>
        <p:spPr>
          <a:xfrm>
            <a:off x="2085654" y="1808252"/>
            <a:ext cx="1787703" cy="1620748"/>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cxnSp>
        <p:nvCxnSpPr>
          <p:cNvPr id="8" name="Straight Arrow Connector 7">
            <a:extLst>
              <a:ext uri="{FF2B5EF4-FFF2-40B4-BE49-F238E27FC236}">
                <a16:creationId xmlns:a16="http://schemas.microsoft.com/office/drawing/2014/main" id="{AC1B3028-06EF-3613-D0C5-5BF678CD90C1}"/>
              </a:ext>
            </a:extLst>
          </p:cNvPr>
          <p:cNvCxnSpPr>
            <a:cxnSpLocks/>
            <a:stCxn id="9" idx="0"/>
            <a:endCxn id="5" idx="2"/>
          </p:cNvCxnSpPr>
          <p:nvPr/>
        </p:nvCxnSpPr>
        <p:spPr>
          <a:xfrm flipH="1" flipV="1">
            <a:off x="4970725" y="1604387"/>
            <a:ext cx="101284" cy="1935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Oval 8">
            <a:extLst>
              <a:ext uri="{FF2B5EF4-FFF2-40B4-BE49-F238E27FC236}">
                <a16:creationId xmlns:a16="http://schemas.microsoft.com/office/drawing/2014/main" id="{292E4E6B-C40F-0EEB-6BA6-ACB2AD78D8F2}"/>
              </a:ext>
            </a:extLst>
          </p:cNvPr>
          <p:cNvSpPr/>
          <p:nvPr/>
        </p:nvSpPr>
        <p:spPr>
          <a:xfrm>
            <a:off x="4178157" y="1797896"/>
            <a:ext cx="1787703" cy="1620748"/>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sp>
        <p:nvSpPr>
          <p:cNvPr id="14" name="TextBox 13">
            <a:extLst>
              <a:ext uri="{FF2B5EF4-FFF2-40B4-BE49-F238E27FC236}">
                <a16:creationId xmlns:a16="http://schemas.microsoft.com/office/drawing/2014/main" id="{731136A3-516C-9C1F-5E3E-F2664167E014}"/>
              </a:ext>
            </a:extLst>
          </p:cNvPr>
          <p:cNvSpPr txBox="1"/>
          <p:nvPr/>
        </p:nvSpPr>
        <p:spPr>
          <a:xfrm>
            <a:off x="136989" y="575140"/>
            <a:ext cx="3041150" cy="1077218"/>
          </a:xfrm>
          <a:prstGeom prst="rect">
            <a:avLst/>
          </a:prstGeom>
          <a:noFill/>
        </p:spPr>
        <p:txBody>
          <a:bodyPr wrap="square" rtlCol="0">
            <a:spAutoFit/>
          </a:bodyPr>
          <a:lstStyle/>
          <a:p>
            <a:pPr algn="ctr"/>
            <a:r>
              <a:rPr lang="en-US" sz="1600" dirty="0"/>
              <a:t>Structured, schema-aware API preferred for analytics, data engineering and Databricks workloads.</a:t>
            </a:r>
            <a:endParaRPr lang="en-IN" sz="1600" dirty="0"/>
          </a:p>
        </p:txBody>
      </p:sp>
      <p:cxnSp>
        <p:nvCxnSpPr>
          <p:cNvPr id="15" name="Straight Arrow Connector 14">
            <a:extLst>
              <a:ext uri="{FF2B5EF4-FFF2-40B4-BE49-F238E27FC236}">
                <a16:creationId xmlns:a16="http://schemas.microsoft.com/office/drawing/2014/main" id="{A314C0BE-B7C5-246F-446B-C5BFA08813A1}"/>
              </a:ext>
            </a:extLst>
          </p:cNvPr>
          <p:cNvCxnSpPr>
            <a:cxnSpLocks/>
          </p:cNvCxnSpPr>
          <p:nvPr/>
        </p:nvCxnSpPr>
        <p:spPr>
          <a:xfrm flipH="1" flipV="1">
            <a:off x="1620129" y="1663544"/>
            <a:ext cx="1336624" cy="1558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Oval 18">
            <a:extLst>
              <a:ext uri="{FF2B5EF4-FFF2-40B4-BE49-F238E27FC236}">
                <a16:creationId xmlns:a16="http://schemas.microsoft.com/office/drawing/2014/main" id="{C6A3E4DC-E352-CDB5-B059-5610E9ABF047}"/>
              </a:ext>
            </a:extLst>
          </p:cNvPr>
          <p:cNvSpPr/>
          <p:nvPr/>
        </p:nvSpPr>
        <p:spPr>
          <a:xfrm>
            <a:off x="6270660" y="1808252"/>
            <a:ext cx="1787703" cy="1620748"/>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sp>
        <p:nvSpPr>
          <p:cNvPr id="20" name="TextBox 19">
            <a:extLst>
              <a:ext uri="{FF2B5EF4-FFF2-40B4-BE49-F238E27FC236}">
                <a16:creationId xmlns:a16="http://schemas.microsoft.com/office/drawing/2014/main" id="{7711AC41-E528-341B-3868-12AF7E80F5E7}"/>
              </a:ext>
            </a:extLst>
          </p:cNvPr>
          <p:cNvSpPr txBox="1"/>
          <p:nvPr/>
        </p:nvSpPr>
        <p:spPr>
          <a:xfrm>
            <a:off x="6976281" y="804131"/>
            <a:ext cx="3041150" cy="830997"/>
          </a:xfrm>
          <a:prstGeom prst="rect">
            <a:avLst/>
          </a:prstGeom>
          <a:noFill/>
        </p:spPr>
        <p:txBody>
          <a:bodyPr wrap="square" rtlCol="0">
            <a:spAutoFit/>
          </a:bodyPr>
          <a:lstStyle/>
          <a:p>
            <a:pPr algn="ctr"/>
            <a:r>
              <a:rPr lang="en-US" sz="1600" dirty="0"/>
              <a:t>Distributed machine learning library for scaling ML algorithms across clusters</a:t>
            </a:r>
            <a:endParaRPr lang="en-IN" sz="1600" dirty="0"/>
          </a:p>
        </p:txBody>
      </p:sp>
      <p:cxnSp>
        <p:nvCxnSpPr>
          <p:cNvPr id="22" name="Straight Arrow Connector 21">
            <a:extLst>
              <a:ext uri="{FF2B5EF4-FFF2-40B4-BE49-F238E27FC236}">
                <a16:creationId xmlns:a16="http://schemas.microsoft.com/office/drawing/2014/main" id="{A4E6D76C-6B45-FFAF-8160-B257BCFBA8D2}"/>
              </a:ext>
            </a:extLst>
          </p:cNvPr>
          <p:cNvCxnSpPr>
            <a:cxnSpLocks/>
            <a:stCxn id="19" idx="0"/>
          </p:cNvCxnSpPr>
          <p:nvPr/>
        </p:nvCxnSpPr>
        <p:spPr>
          <a:xfrm flipV="1">
            <a:off x="7164512" y="1385170"/>
            <a:ext cx="438364" cy="42308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4AB03261-A349-039C-1BA4-6346ED358B77}"/>
              </a:ext>
            </a:extLst>
          </p:cNvPr>
          <p:cNvSpPr txBox="1"/>
          <p:nvPr/>
        </p:nvSpPr>
        <p:spPr>
          <a:xfrm>
            <a:off x="10189095" y="1284831"/>
            <a:ext cx="2053975" cy="830997"/>
          </a:xfrm>
          <a:prstGeom prst="rect">
            <a:avLst/>
          </a:prstGeom>
          <a:noFill/>
        </p:spPr>
        <p:txBody>
          <a:bodyPr wrap="square" rtlCol="0">
            <a:spAutoFit/>
          </a:bodyPr>
          <a:lstStyle/>
          <a:p>
            <a:pPr algn="ctr"/>
            <a:r>
              <a:rPr lang="en-US" sz="1600" dirty="0"/>
              <a:t>For Graph processing and analytics</a:t>
            </a:r>
            <a:endParaRPr lang="en-IN" sz="1600" dirty="0"/>
          </a:p>
        </p:txBody>
      </p:sp>
      <p:sp>
        <p:nvSpPr>
          <p:cNvPr id="26" name="Oval 25">
            <a:extLst>
              <a:ext uri="{FF2B5EF4-FFF2-40B4-BE49-F238E27FC236}">
                <a16:creationId xmlns:a16="http://schemas.microsoft.com/office/drawing/2014/main" id="{C8F3424F-FD08-7C60-B2A5-B0F44647DA42}"/>
              </a:ext>
            </a:extLst>
          </p:cNvPr>
          <p:cNvSpPr/>
          <p:nvPr/>
        </p:nvSpPr>
        <p:spPr>
          <a:xfrm>
            <a:off x="8363163" y="1819438"/>
            <a:ext cx="1787703" cy="1620748"/>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cxnSp>
        <p:nvCxnSpPr>
          <p:cNvPr id="27" name="Straight Arrow Connector 26">
            <a:extLst>
              <a:ext uri="{FF2B5EF4-FFF2-40B4-BE49-F238E27FC236}">
                <a16:creationId xmlns:a16="http://schemas.microsoft.com/office/drawing/2014/main" id="{7C06CD09-6B14-C662-E8E7-39ECB79770F9}"/>
              </a:ext>
            </a:extLst>
          </p:cNvPr>
          <p:cNvCxnSpPr>
            <a:cxnSpLocks/>
            <a:stCxn id="26" idx="6"/>
            <a:endCxn id="25" idx="2"/>
          </p:cNvCxnSpPr>
          <p:nvPr/>
        </p:nvCxnSpPr>
        <p:spPr>
          <a:xfrm flipV="1">
            <a:off x="10150866" y="2115828"/>
            <a:ext cx="1065217" cy="5139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0" name="Oval 29">
            <a:extLst>
              <a:ext uri="{FF2B5EF4-FFF2-40B4-BE49-F238E27FC236}">
                <a16:creationId xmlns:a16="http://schemas.microsoft.com/office/drawing/2014/main" id="{CB81E247-4258-49D0-AC9A-D5C8E963B088}"/>
              </a:ext>
            </a:extLst>
          </p:cNvPr>
          <p:cNvSpPr/>
          <p:nvPr/>
        </p:nvSpPr>
        <p:spPr>
          <a:xfrm>
            <a:off x="2288441" y="3848874"/>
            <a:ext cx="7862425" cy="2168705"/>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sp>
        <p:nvSpPr>
          <p:cNvPr id="31" name="TextBox 30">
            <a:extLst>
              <a:ext uri="{FF2B5EF4-FFF2-40B4-BE49-F238E27FC236}">
                <a16:creationId xmlns:a16="http://schemas.microsoft.com/office/drawing/2014/main" id="{01826648-0380-6A30-22B1-C79B5BEB8593}"/>
              </a:ext>
            </a:extLst>
          </p:cNvPr>
          <p:cNvSpPr txBox="1"/>
          <p:nvPr/>
        </p:nvSpPr>
        <p:spPr>
          <a:xfrm>
            <a:off x="136989" y="5997420"/>
            <a:ext cx="4350249" cy="830997"/>
          </a:xfrm>
          <a:prstGeom prst="rect">
            <a:avLst/>
          </a:prstGeom>
          <a:noFill/>
        </p:spPr>
        <p:txBody>
          <a:bodyPr wrap="square" rtlCol="0">
            <a:spAutoFit/>
          </a:bodyPr>
          <a:lstStyle/>
          <a:p>
            <a:pPr algn="ctr"/>
            <a:r>
              <a:rPr lang="en-US" sz="1600" dirty="0"/>
              <a:t>The core execution engine of Spark for task handling, memory management, fault tolerance and distributed execution</a:t>
            </a:r>
            <a:endParaRPr lang="en-IN" sz="1600" dirty="0"/>
          </a:p>
        </p:txBody>
      </p:sp>
      <p:cxnSp>
        <p:nvCxnSpPr>
          <p:cNvPr id="33" name="Straight Arrow Connector 32">
            <a:extLst>
              <a:ext uri="{FF2B5EF4-FFF2-40B4-BE49-F238E27FC236}">
                <a16:creationId xmlns:a16="http://schemas.microsoft.com/office/drawing/2014/main" id="{B5D840AA-79B3-47FB-37FD-09CAB2161658}"/>
              </a:ext>
            </a:extLst>
          </p:cNvPr>
          <p:cNvCxnSpPr>
            <a:endCxn id="31" idx="3"/>
          </p:cNvCxnSpPr>
          <p:nvPr/>
        </p:nvCxnSpPr>
        <p:spPr>
          <a:xfrm flipH="1">
            <a:off x="4487238" y="6017579"/>
            <a:ext cx="1608761" cy="3953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07700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3A3B2-4965-ECD2-CEEF-1290FC2061EA}"/>
              </a:ext>
            </a:extLst>
          </p:cNvPr>
          <p:cNvSpPr>
            <a:spLocks noGrp="1"/>
          </p:cNvSpPr>
          <p:nvPr>
            <p:ph type="title"/>
          </p:nvPr>
        </p:nvSpPr>
        <p:spPr>
          <a:xfrm>
            <a:off x="910119" y="-251324"/>
            <a:ext cx="10515600" cy="1325563"/>
          </a:xfrm>
        </p:spPr>
        <p:txBody>
          <a:bodyPr/>
          <a:lstStyle/>
          <a:p>
            <a:r>
              <a:rPr lang="en-US" dirty="0"/>
              <a:t>Spark APIs – RDDs, </a:t>
            </a:r>
            <a:r>
              <a:rPr lang="en-US" dirty="0" err="1"/>
              <a:t>Dataframes</a:t>
            </a:r>
            <a:r>
              <a:rPr lang="en-US" dirty="0"/>
              <a:t> and Datasets</a:t>
            </a:r>
            <a:endParaRPr lang="en-IN" dirty="0"/>
          </a:p>
        </p:txBody>
      </p:sp>
      <p:pic>
        <p:nvPicPr>
          <p:cNvPr id="2050" name="Picture 2" descr="Differences between RDDs, DataFrames and Datasets in Apache Spark and when  should I use each? | by Sanjeev Chachra | Medium">
            <a:extLst>
              <a:ext uri="{FF2B5EF4-FFF2-40B4-BE49-F238E27FC236}">
                <a16:creationId xmlns:a16="http://schemas.microsoft.com/office/drawing/2014/main" id="{417D26B4-F7F7-659D-1925-88A9394B128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436808" y="1008994"/>
            <a:ext cx="6655018" cy="242000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FBFCC9D-98F0-F7BC-F8E3-31EC087411DA}"/>
              </a:ext>
            </a:extLst>
          </p:cNvPr>
          <p:cNvSpPr txBox="1"/>
          <p:nvPr/>
        </p:nvSpPr>
        <p:spPr>
          <a:xfrm>
            <a:off x="202915" y="1177265"/>
            <a:ext cx="4964986"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None/>
            </a:pPr>
            <a:r>
              <a:rPr lang="en-US" b="1" dirty="0"/>
              <a:t>Relationship Between Them</a:t>
            </a:r>
          </a:p>
          <a:p>
            <a:pPr>
              <a:buFont typeface="Arial" panose="020B0604020202020204" pitchFamily="34" charset="0"/>
              <a:buChar char="•"/>
            </a:pPr>
            <a:r>
              <a:rPr lang="en-US" dirty="0" err="1"/>
              <a:t>DataFrame</a:t>
            </a:r>
            <a:r>
              <a:rPr lang="en-US" dirty="0"/>
              <a:t> is a </a:t>
            </a:r>
            <a:r>
              <a:rPr lang="en-US" b="1" dirty="0"/>
              <a:t>Dataset[Row]</a:t>
            </a:r>
            <a:endParaRPr lang="en-US" dirty="0"/>
          </a:p>
          <a:p>
            <a:pPr>
              <a:buFont typeface="Arial" panose="020B0604020202020204" pitchFamily="34" charset="0"/>
              <a:buChar char="•"/>
            </a:pPr>
            <a:r>
              <a:rPr lang="en-US" dirty="0"/>
              <a:t>Dataset extends </a:t>
            </a:r>
            <a:r>
              <a:rPr lang="en-US" dirty="0" err="1"/>
              <a:t>DataFrame</a:t>
            </a:r>
            <a:r>
              <a:rPr lang="en-US" dirty="0"/>
              <a:t> with type safety</a:t>
            </a:r>
          </a:p>
          <a:p>
            <a:pPr>
              <a:buFont typeface="Arial" panose="020B0604020202020204" pitchFamily="34" charset="0"/>
              <a:buChar char="•"/>
            </a:pPr>
            <a:r>
              <a:rPr lang="en-US" dirty="0" err="1"/>
              <a:t>DataFrames</a:t>
            </a:r>
            <a:r>
              <a:rPr lang="en-US" dirty="0"/>
              <a:t> and Datasets internally use RDDs</a:t>
            </a:r>
          </a:p>
        </p:txBody>
      </p:sp>
      <p:pic>
        <p:nvPicPr>
          <p:cNvPr id="2052" name="Picture 4" descr="How: New View at Catalyst Optimizer in Apache Spark | by Ankush Singh |  Medium">
            <a:extLst>
              <a:ext uri="{FF2B5EF4-FFF2-40B4-BE49-F238E27FC236}">
                <a16:creationId xmlns:a16="http://schemas.microsoft.com/office/drawing/2014/main" id="{5A01AD2F-4529-00C1-9F49-FDEAE77BCF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317" y="3336533"/>
            <a:ext cx="6096000" cy="34290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B6B1B9E-1A80-E056-B750-DB1754A6D3E5}"/>
              </a:ext>
            </a:extLst>
          </p:cNvPr>
          <p:cNvSpPr txBox="1"/>
          <p:nvPr/>
        </p:nvSpPr>
        <p:spPr>
          <a:xfrm>
            <a:off x="136561" y="3019708"/>
            <a:ext cx="5097694" cy="203132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None/>
            </a:pPr>
            <a:r>
              <a:rPr lang="en-US" b="1" dirty="0"/>
              <a:t>What Catalyst Does</a:t>
            </a:r>
          </a:p>
          <a:p>
            <a:pPr>
              <a:buFont typeface="Arial" panose="020B0604020202020204" pitchFamily="34" charset="0"/>
              <a:buChar char="•"/>
            </a:pPr>
            <a:r>
              <a:rPr lang="en-US" dirty="0"/>
              <a:t>Converts high-level queries into an </a:t>
            </a:r>
            <a:r>
              <a:rPr lang="en-US" b="1" dirty="0"/>
              <a:t>optimized execution plan</a:t>
            </a:r>
            <a:endParaRPr lang="en-US" dirty="0"/>
          </a:p>
          <a:p>
            <a:pPr>
              <a:buFont typeface="Arial" panose="020B0604020202020204" pitchFamily="34" charset="0"/>
              <a:buChar char="•"/>
            </a:pPr>
            <a:r>
              <a:rPr lang="en-US" dirty="0"/>
              <a:t>Applies </a:t>
            </a:r>
            <a:r>
              <a:rPr lang="en-US" b="1" dirty="0"/>
              <a:t>rule-based and cost-based optimizations</a:t>
            </a:r>
            <a:endParaRPr lang="en-US" dirty="0"/>
          </a:p>
          <a:p>
            <a:pPr>
              <a:buFont typeface="Arial" panose="020B0604020202020204" pitchFamily="34" charset="0"/>
              <a:buChar char="•"/>
            </a:pPr>
            <a:r>
              <a:rPr lang="en-US" dirty="0"/>
              <a:t>Improves performance </a:t>
            </a:r>
            <a:r>
              <a:rPr lang="en-US" b="1" dirty="0"/>
              <a:t>automatically</a:t>
            </a:r>
            <a:r>
              <a:rPr lang="en-US" dirty="0"/>
              <a:t>, without user intervention</a:t>
            </a:r>
          </a:p>
        </p:txBody>
      </p:sp>
      <p:sp>
        <p:nvSpPr>
          <p:cNvPr id="8" name="TextBox 7">
            <a:extLst>
              <a:ext uri="{FF2B5EF4-FFF2-40B4-BE49-F238E27FC236}">
                <a16:creationId xmlns:a16="http://schemas.microsoft.com/office/drawing/2014/main" id="{DB2F8F52-F4FF-6D85-FF2A-B80C4319CA61}"/>
              </a:ext>
            </a:extLst>
          </p:cNvPr>
          <p:cNvSpPr txBox="1"/>
          <p:nvPr/>
        </p:nvSpPr>
        <p:spPr>
          <a:xfrm>
            <a:off x="136561" y="5680735"/>
            <a:ext cx="5097694"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None/>
            </a:pPr>
            <a:r>
              <a:rPr lang="en-US" b="1" dirty="0"/>
              <a:t>The Catalyst Optimizer is only used by </a:t>
            </a:r>
            <a:r>
              <a:rPr lang="en-US" b="1" dirty="0" err="1"/>
              <a:t>Dataframes</a:t>
            </a:r>
            <a:r>
              <a:rPr lang="en-US" b="1" dirty="0"/>
              <a:t> and Datasets and not RDDs. That’s why you shouldn’t use RDDs directly!</a:t>
            </a:r>
            <a:endParaRPr lang="en-US" dirty="0"/>
          </a:p>
        </p:txBody>
      </p:sp>
    </p:spTree>
    <p:extLst>
      <p:ext uri="{BB962C8B-B14F-4D97-AF65-F5344CB8AC3E}">
        <p14:creationId xmlns:p14="http://schemas.microsoft.com/office/powerpoint/2010/main" val="16962735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10;&#10;Description automatically generated">
            <a:extLst>
              <a:ext uri="{FF2B5EF4-FFF2-40B4-BE49-F238E27FC236}">
                <a16:creationId xmlns:a16="http://schemas.microsoft.com/office/drawing/2014/main" id="{D0AC0476-3ABA-E720-E932-C2AA79FEAF14}"/>
              </a:ext>
            </a:extLst>
          </p:cNvPr>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465762" y="681380"/>
            <a:ext cx="11260476" cy="5827298"/>
          </a:xfrm>
          <a:prstGeom prst="rect">
            <a:avLst/>
          </a:prstGeom>
        </p:spPr>
      </p:pic>
    </p:spTree>
    <p:extLst>
      <p:ext uri="{BB962C8B-B14F-4D97-AF65-F5344CB8AC3E}">
        <p14:creationId xmlns:p14="http://schemas.microsoft.com/office/powerpoint/2010/main" val="2203256366"/>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167</TotalTime>
  <Words>986</Words>
  <Application>Microsoft Office PowerPoint</Application>
  <PresentationFormat>Widescreen</PresentationFormat>
  <Paragraphs>58</Paragraphs>
  <Slides>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Aptos</vt:lpstr>
      <vt:lpstr>Aptos Display</vt:lpstr>
      <vt:lpstr>Arial</vt:lpstr>
      <vt:lpstr>Segoe UI</vt:lpstr>
      <vt:lpstr>Wingdings</vt:lpstr>
      <vt:lpstr>Office Theme</vt:lpstr>
      <vt:lpstr>Apache Spark Operations</vt:lpstr>
      <vt:lpstr>How Databricks CSP manages cluster resources ( Driver and Worker Nodes)</vt:lpstr>
      <vt:lpstr>Spark APIs and Libraries</vt:lpstr>
      <vt:lpstr>Spark APIs – RDDs, Dataframes and Datasets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kuljot bakshi</dc:creator>
  <cp:lastModifiedBy>kuljot bakshi</cp:lastModifiedBy>
  <cp:revision>1</cp:revision>
  <dcterms:created xsi:type="dcterms:W3CDTF">2026-01-12T08:54:03Z</dcterms:created>
  <dcterms:modified xsi:type="dcterms:W3CDTF">2026-01-12T11:41:35Z</dcterms:modified>
</cp:coreProperties>
</file>