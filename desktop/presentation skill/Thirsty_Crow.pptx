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16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394960"/>
            <a:ext cx="15819120" cy="2743200"/>
          </a:xfrm>
          <a:prstGeom prst="ellipse">
            <a:avLst/>
          </a:prstGeom>
          <a:solidFill>
            <a:srgbClr val="F2E2C4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0" y="685800"/>
            <a:ext cx="1005840" cy="1005840"/>
          </a:xfrm>
          <a:prstGeom prst="ellipse">
            <a:avLst/>
          </a:prstGeom>
          <a:solidFill>
            <a:srgbClr val="FFF8E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89611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37744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THIRSTY CROW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4290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about never giving up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for Curious Minds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914400" cy="914400"/>
          </a:xfrm>
          <a:prstGeom prst="ellipse">
            <a:avLst/>
          </a:prstGeom>
          <a:solidFill>
            <a:srgbClr val="2B5C6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72237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A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ever wanted something SO badly...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it seemed impossible to get?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story is about a clever bird who faced exactly that.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778240" y="822960"/>
            <a:ext cx="2194560" cy="219456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8" name="Shape 5"/>
          <p:cNvSpPr/>
          <p:nvPr/>
        </p:nvSpPr>
        <p:spPr>
          <a:xfrm>
            <a:off x="7589520" y="5120640"/>
            <a:ext cx="4206240" cy="1463040"/>
          </a:xfrm>
          <a:prstGeom prst="ellipse">
            <a:avLst/>
          </a:prstGeom>
          <a:solidFill>
            <a:srgbClr val="F2E2C4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Question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788920"/>
            <a:ext cx="1280160" cy="1280160"/>
          </a:xfrm>
          <a:prstGeom prst="ellipse">
            <a:avLst/>
          </a:prstGeom>
          <a:solidFill>
            <a:srgbClr val="FFF8E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008" y="3081528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669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One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0" y="64008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Long, Dry Summer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029200" y="1645920"/>
            <a:ext cx="6492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blazed down on the fields. Every pond had dried up. Every stream had turned to dust.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crow flew for hours, her throat burning, searching for just one drop of water.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29200" y="4297680"/>
            <a:ext cx="822960" cy="822960"/>
          </a:xfrm>
          <a:prstGeom prst="ellipse">
            <a:avLst/>
          </a:prstGeom>
          <a:solidFill>
            <a:srgbClr val="FFF8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450799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43434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— she spotted a tall clay pot sitting in a garden.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914400" cy="914400"/>
          </a:xfrm>
          <a:prstGeom prst="ellipse">
            <a:avLst/>
          </a:prstGeom>
          <a:solidFill>
            <a:srgbClr val="C162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72237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91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Close... Yet So Far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landed on the rim and looked down. There it was — cool, clear water, glinting at the very bottom.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dipped her beak in... but it was too short. The water was too far down to reach.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5029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tried tipping the pot. It was far too heavy to move.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0" y="1463040"/>
            <a:ext cx="3291840" cy="914400"/>
          </a:xfrm>
          <a:prstGeom prst="ellipse">
            <a:avLst/>
          </a:prstGeom>
          <a:solidFill>
            <a:srgbClr val="F2E2C4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0" y="1828800"/>
            <a:ext cx="2377440" cy="310896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0" y="4663440"/>
            <a:ext cx="2377440" cy="91440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10" name="Shape 7"/>
          <p:cNvSpPr/>
          <p:nvPr/>
        </p:nvSpPr>
        <p:spPr>
          <a:xfrm>
            <a:off x="8915400" y="1691640"/>
            <a:ext cx="1920240" cy="457200"/>
          </a:xfrm>
          <a:prstGeom prst="ellipse">
            <a:avLst/>
          </a:prstGeom>
          <a:solidFill>
            <a:srgbClr val="3A2B22"/>
          </a:solidFill>
          <a:ln/>
        </p:spPr>
      </p:sp>
      <p:sp>
        <p:nvSpPr>
          <p:cNvPr id="11" name="Shape 8"/>
          <p:cNvSpPr/>
          <p:nvPr/>
        </p:nvSpPr>
        <p:spPr>
          <a:xfrm>
            <a:off x="9464040" y="4114800"/>
            <a:ext cx="457200" cy="457200"/>
          </a:xfrm>
          <a:prstGeom prst="ellipse">
            <a:avLst/>
          </a:prstGeom>
          <a:solidFill>
            <a:srgbClr val="2B5C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2" y="42336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Problem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5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548640"/>
            <a:ext cx="1097280" cy="1097280"/>
          </a:xfrm>
          <a:prstGeom prst="ellipse">
            <a:avLst/>
          </a:prstGeom>
          <a:solidFill>
            <a:srgbClr val="C162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739" y="702259"/>
            <a:ext cx="790042" cy="7900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2880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Then... An Idea!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noticed small pebbles scattered on the ground.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one, she picked them up in her beak and dropped them into the pot.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840480" y="4297680"/>
            <a:ext cx="914400" cy="914400"/>
          </a:xfrm>
          <a:prstGeom prst="ellipse">
            <a:avLst/>
          </a:prstGeom>
          <a:solidFill>
            <a:srgbClr val="FFF8E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4425696"/>
            <a:ext cx="658368" cy="6583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23560" y="4297680"/>
            <a:ext cx="914400" cy="914400"/>
          </a:xfrm>
          <a:prstGeom prst="ellipse">
            <a:avLst/>
          </a:prstGeom>
          <a:solidFill>
            <a:srgbClr val="FFF8E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4425696"/>
            <a:ext cx="658368" cy="6583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406640" y="4297680"/>
            <a:ext cx="914400" cy="914400"/>
          </a:xfrm>
          <a:prstGeom prst="ellipse">
            <a:avLst/>
          </a:prstGeom>
          <a:solidFill>
            <a:srgbClr val="FFF8E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4425696"/>
            <a:ext cx="658368" cy="6583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0" y="54864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after pebble... again and again.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Idea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 Rose!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pebble she dropped, the water crept higher.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Slowly... slowly... until at last, it reached the rim.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0" y="3017520"/>
            <a:ext cx="2103120" cy="640080"/>
          </a:xfrm>
          <a:prstGeom prst="ellipse">
            <a:avLst/>
          </a:prstGeom>
          <a:solidFill>
            <a:srgbClr val="F2E2C4"/>
          </a:solidFill>
          <a:ln/>
        </p:spPr>
      </p:sp>
      <p:sp>
        <p:nvSpPr>
          <p:cNvPr id="5" name="Shape 3"/>
          <p:cNvSpPr/>
          <p:nvPr/>
        </p:nvSpPr>
        <p:spPr>
          <a:xfrm>
            <a:off x="5349240" y="3246120"/>
            <a:ext cx="1463040" cy="1828800"/>
          </a:xfrm>
          <a:prstGeom prst="rect">
            <a:avLst/>
          </a:prstGeom>
          <a:solidFill>
            <a:srgbClr val="C1622D"/>
          </a:solidFill>
          <a:ln/>
        </p:spPr>
      </p:sp>
      <p:sp>
        <p:nvSpPr>
          <p:cNvPr id="6" name="Shape 4"/>
          <p:cNvSpPr/>
          <p:nvPr/>
        </p:nvSpPr>
        <p:spPr>
          <a:xfrm>
            <a:off x="5349240" y="4892040"/>
            <a:ext cx="1463040" cy="548640"/>
          </a:xfrm>
          <a:prstGeom prst="ellipse">
            <a:avLst/>
          </a:prstGeom>
          <a:solidFill>
            <a:srgbClr val="C1622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3108960"/>
            <a:ext cx="1188720" cy="320040"/>
          </a:xfrm>
          <a:prstGeom prst="ellipse">
            <a:avLst/>
          </a:prstGeom>
          <a:solidFill>
            <a:srgbClr val="2B5C6B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2743200"/>
            <a:ext cx="868680" cy="868680"/>
          </a:xfrm>
          <a:prstGeom prst="ellipse">
            <a:avLst/>
          </a:prstGeom>
          <a:solidFill>
            <a:srgbClr val="2B5C6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495" y="2864815"/>
            <a:ext cx="625450" cy="625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553212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last, she drank — cool, sweet water — and flew off into the sky, happy and refreshed.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Triumph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16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2B5C6B"/>
          </a:solidFill>
          <a:ln/>
        </p:spPr>
      </p:sp>
      <p:sp>
        <p:nvSpPr>
          <p:cNvPr id="3" name="Shape 1"/>
          <p:cNvSpPr/>
          <p:nvPr/>
        </p:nvSpPr>
        <p:spPr>
          <a:xfrm>
            <a:off x="5532120" y="640080"/>
            <a:ext cx="1097280" cy="1097280"/>
          </a:xfrm>
          <a:prstGeom prst="ellipse">
            <a:avLst/>
          </a:prstGeom>
          <a:solidFill>
            <a:srgbClr val="FFF8E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739" y="793699"/>
            <a:ext cx="790042" cy="7900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i="1" dirty="0">
                <a:solidFill>
                  <a:srgbClr val="FFF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there's a will,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i="1" dirty="0">
                <a:solidFill>
                  <a:srgbClr val="FFF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there's a way.”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645920" y="4114800"/>
            <a:ext cx="8869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 couldn't tip the heavy pot, and she didn't give up when her first try failed.</a:t>
            </a:r>
            <a:endParaRPr lang="en-US" sz="1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2E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found a new way — one small step at a time.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Moral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502920"/>
            <a:ext cx="1005840" cy="1005840"/>
          </a:xfrm>
          <a:prstGeom prst="ellipse">
            <a:avLst/>
          </a:prstGeom>
          <a:solidFill>
            <a:srgbClr val="C162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658" y="64373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82880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 to think...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88720" y="274320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had a problem that seemed too hard?</a:t>
            </a:r>
            <a:endParaRPr lang="en-US" sz="2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B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“pebble” — your own clever idea — that could help you solve it?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-1828800" y="5577840"/>
            <a:ext cx="15819120" cy="2377440"/>
          </a:xfrm>
          <a:prstGeom prst="ellipse">
            <a:avLst/>
          </a:prstGeom>
          <a:solidFill>
            <a:srgbClr val="F2E2C4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598932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Thirsty Crow</dc:title>
  <dc:subject>PptxGenJS Presentation</dc:subject>
  <dc:creator>Presentation Skills Course</dc:creator>
  <cp:lastModifiedBy>Presentation Skills Course</cp:lastModifiedBy>
  <cp:revision>1</cp:revision>
  <dcterms:created xsi:type="dcterms:W3CDTF">2026-06-28T14:53:38Z</dcterms:created>
  <dcterms:modified xsi:type="dcterms:W3CDTF">2026-06-28T14:53:38Z</dcterms:modified>
</cp:coreProperties>
</file>